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  ·  SUB-CPMK 21.2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Object, Atribut, Method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istilah dasar OOP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 — Class, Object, Atribut, Method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Menjelaskan konsep class, object, atribut, dan method dalam paradigma OOP, serta mengenal peran AI coding assistant dalam alur kerja pengembangan berorientasi objek.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21.2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680314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839773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cetakan/blueprint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481682"/>
            <a:ext cx="11094415" cy="680314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72125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2481682"/>
            <a:ext cx="10271455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= instance nyata hasil new Buku(...)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363163"/>
            <a:ext cx="11094415" cy="680314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3363163"/>
            <a:ext cx="10271455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= data yang dimiliki tiap object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244645"/>
            <a:ext cx="11094415" cy="680314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" y="448421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4244645"/>
            <a:ext cx="10271455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= perilaku/fungsi yang dimiliki tiap object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126126"/>
            <a:ext cx="11094415" cy="680314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9808" y="5365699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9" name="Text 16"/>
          <p:cNvSpPr/>
          <p:nvPr/>
        </p:nvSpPr>
        <p:spPr>
          <a:xfrm>
            <a:off x="1115568" y="5126126"/>
            <a:ext cx="10271455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 (Copilot, Claude, ChatGPT) sebagai alat bantu — bukan pengganti pemahaman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 — Class, Object, Atribut, Method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Mendefinisikan entitas pertama SIPUSTAKA: class Buku, lengkap dengan method pinjam()/kembalikan()/info().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 — Class, Object, Atribut, Method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week02-class-object/index.js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penulis, jumlahEksemplar)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this.judul = judul;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= jumlahEksemplar;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pinjam() { this.eksemplarTersedia -= 1;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 — Class, Object, Atribut, Method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week02-class-object/index.js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Code oleh Robert C. Martin — tersedia 1/2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Gagal meminjam: Buku "Design Patterns" sedang tidak tersedia.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 — Class, Object, Atribut, Method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Minta AI menuliskan method isReferensi(), bandingkan dengan versimu sendiri — apakah logikanya sama?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atribut kategori &amp; method isReferensi()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3 object Buku baru, cetak info() dengan perulangan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 — Class, Object, Atribut, Method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Object, Atribut, Method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Kebutuhan Sistem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