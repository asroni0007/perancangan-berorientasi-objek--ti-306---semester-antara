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74320"/>
            <a:ext cx="3840480" cy="6309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4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776143"/>
            <a:ext cx="294803" cy="294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640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MENIT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468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5  ·  SUB-CPMK 21.5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Diagram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node jadi percabangan kode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Perancangan Berorientasi Objek (TI-306)  ·  Studi Kasus: SIPUSTAKA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SESI — 150 MENIT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6362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15568" y="150876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Pembukaan &amp; recap minggu lalu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92040" y="173659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9" name="Shape 6"/>
          <p:cNvSpPr/>
          <p:nvPr/>
        </p:nvSpPr>
        <p:spPr>
          <a:xfrm>
            <a:off x="4892040" y="1736598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11128248" y="171831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25704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2570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15568" y="220218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&amp; konsep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892040" y="243001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892040" y="2430018"/>
            <a:ext cx="1225296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16" name="Text 13"/>
          <p:cNvSpPr/>
          <p:nvPr/>
        </p:nvSpPr>
        <p:spPr>
          <a:xfrm>
            <a:off x="11128248" y="241173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95046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2950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15568" y="289560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&amp; code walkthrough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892040" y="312343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4892040" y="3123438"/>
            <a:ext cx="142951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22" name="Text 19"/>
          <p:cNvSpPr/>
          <p:nvPr/>
        </p:nvSpPr>
        <p:spPr>
          <a:xfrm>
            <a:off x="11128248" y="310515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35'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364388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6438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15568" y="358902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terbimbing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892040" y="381685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7" name="Shape 24"/>
          <p:cNvSpPr/>
          <p:nvPr/>
        </p:nvSpPr>
        <p:spPr>
          <a:xfrm>
            <a:off x="4892040" y="3816858"/>
            <a:ext cx="1837944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28" name="Text 25"/>
          <p:cNvSpPr/>
          <p:nvPr/>
        </p:nvSpPr>
        <p:spPr>
          <a:xfrm>
            <a:off x="11128248" y="379857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45'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48640" y="433730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" y="4337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115568" y="428244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mandiri &amp; tugas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892040" y="451027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3" name="Shape 30"/>
          <p:cNvSpPr/>
          <p:nvPr/>
        </p:nvSpPr>
        <p:spPr>
          <a:xfrm>
            <a:off x="4892040" y="4510278"/>
            <a:ext cx="816864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34" name="Text 31"/>
          <p:cNvSpPr/>
          <p:nvPr/>
        </p:nvSpPr>
        <p:spPr>
          <a:xfrm>
            <a:off x="11128248" y="449199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48640" y="503072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6" name="Text 33"/>
          <p:cNvSpPr/>
          <p:nvPr/>
        </p:nvSpPr>
        <p:spPr>
          <a:xfrm>
            <a:off x="548640" y="50307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115568" y="497586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&amp; penutup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4892040" y="520369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9" name="Shape 36"/>
          <p:cNvSpPr/>
          <p:nvPr/>
        </p:nvSpPr>
        <p:spPr>
          <a:xfrm>
            <a:off x="4892040" y="5203698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40" name="Text 37"/>
          <p:cNvSpPr/>
          <p:nvPr/>
        </p:nvSpPr>
        <p:spPr>
          <a:xfrm>
            <a:off x="11128248" y="518541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9265615" y="5669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150 MENIT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5 — Activity Diagram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9180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9692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Memodelkan alur proses sistem menggunakan Activity Diagram, dengan perbandingan hasil pemodelan manual vs AI-assisted generation.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 21.5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TEORI &amp; KONSEP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21336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7" name="Text 4"/>
          <p:cNvSpPr/>
          <p:nvPr/>
        </p:nvSpPr>
        <p:spPr>
          <a:xfrm>
            <a:off x="1115568" y="1600200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node -&gt; if/else pada kode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069336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36027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1115568" y="3069336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node -&gt; satu baris aksi/log yang jelas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4538472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50718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3" name="Text 10"/>
          <p:cNvSpPr/>
          <p:nvPr/>
        </p:nvSpPr>
        <p:spPr>
          <a:xfrm>
            <a:off x="1115568" y="4538472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langkah diagram idealnya bisa ditelusuri ke satu baris kode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5 — Activity Diagram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KASUS — SIPUSTAKA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4415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737360"/>
            <a:ext cx="1036289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'Ajukan Peminjaman' punya 2 titik keputusan: ketersediaan buku, dan status tunggakan anggota.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8" name="Image 1" descr="assets/g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90448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3794760"/>
            <a:ext cx="104726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Perpustakaan Digital — satu studi kasus berkembang bertahap dari Minggu 1 sampai Minggu 16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5 — Activity Diagram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WALKTHROUGH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week05-activity-diagram/index.js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4415" cy="3794760"/>
          </a:xfrm>
          <a:prstGeom prst="roundRect">
            <a:avLst>
              <a:gd name="adj" fmla="val 1928"/>
            </a:avLst>
          </a:prstGeom>
          <a:solidFill>
            <a:srgbClr val="0F1729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901952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115568" y="1901952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408176" y="1901952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286000"/>
            <a:ext cx="1045433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(buku.eksemplarTersedia &lt;= 0) {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berhasil: false, alasan: "STOK_HABIS" };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(anggota.tunggakan &gt; 0) {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berhasil: false, alasan: "ADA_TUNGGAKAN" };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5 — Activity Diagram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PANDUAN MENJALANKAN CODE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0F1729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202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week05-activity-diagram/index.js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YANG DIHARAPKAN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4415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611880"/>
            <a:ext cx="10454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[TOLAK] Anggota masih punya tunggakan Rp15000. Proses dihentikan.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5 — Activity Diagram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85800" cy="6858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80467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6858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1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VERIFIKASI AI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Bandingkan hasil AI-assisted diagram generation dengan Activity Diagram manual — diskusikan akurasinya.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42062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121D33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34340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Ingat: nilai hasil AI dengan Kerangka Evaluasi Kritis pada RPS — ketepatan, kelengkapan, traceability, implikasi keamanan, transparansi. Jangan menerima output AI mentah-mentah.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TUGAS LATIHAN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64592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234440" y="164592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08760" y="164592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decision node: apakah anggota sudah pinjam &gt;= 3 buku aktif?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84048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84048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234440" y="384048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508760" y="384048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kode mengikuti alur diagram barumu persis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5 — Activity Diagram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00949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28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MINGGU INI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240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Diagram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219456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DEPAN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886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Diagram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2026-07-13T15:28:28Z</dcterms:created>
  <dcterms:modified xsi:type="dcterms:W3CDTF">2026-07-13T15:28:28Z</dcterms:modified>
</cp:coreProperties>
</file>