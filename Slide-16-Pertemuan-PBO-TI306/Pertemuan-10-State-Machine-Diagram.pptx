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10  ·  SUB-CPMK 31.2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Machine Diagram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 untuk status Peminjaman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10 — State Machine Diagram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Mendesain perubahan status objek dengan State Machine Diagram (istilah UML 2.5 untuk Statechart Diagram pada versi sebelumnya).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31.2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PENGAJUAN, DIPINJAM, TERLAMBAT, DIKEMBALIKAN, DITOLAK, SELESAI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Transisi hanya boleh mengikuti tabel yang mencerminkan panah pada diagram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Transisi yang tidak ada di diagram harus DITOLAK oleh kode, bukan lolos diam-diam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10 — State Machine Diagram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Peminjaman memvalidasi tiap perubahan status lewat tabel #transisiValid.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10 — State Machine Diagram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week10-state-machine-diagram/index.js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#transisiValid =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PENGAJUAN: ["DIPINJAM", "DITOLAK"],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DIPINJAM: ["DIKEMBALIKAN", "TERLAMBAT"],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10 — State Machine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week10-state-machine-diagram/index.js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[TRANSISI] PENGAJUAN -&gt; DIPINJAM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[DITOLAK] Transisi PENGAJUAN -&gt; SELESAI tidak diizinkan.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10 — State Machine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status DIPERPANJANG (hanya dari DIPINJAM)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State Machine Diagram lengkap sesuai tabel transisi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10 — State Machine Diagram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Machine Diagram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Diagram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