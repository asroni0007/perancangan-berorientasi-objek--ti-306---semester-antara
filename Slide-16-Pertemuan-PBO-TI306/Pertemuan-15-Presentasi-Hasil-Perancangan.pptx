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274320"/>
            <a:ext cx="3840480" cy="6309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566928" cy="566928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4" name="Image 0" descr="asset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776143"/>
            <a:ext cx="294803" cy="294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61872" y="6400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MENIT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4688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15  ·  SUB-CPMK 31.7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880360"/>
            <a:ext cx="8595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Presentasi Hasil Perancangan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end-to-end &amp; transparansi AI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6172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Perancangan Berorientasi Objek (TI-306)  ·  Studi Kasus: SIPUSTAKA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SESI — 150 MENIT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6362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563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15568" y="1508760"/>
            <a:ext cx="3657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Pembukaan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892040" y="1805940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9" name="Shape 6"/>
          <p:cNvSpPr/>
          <p:nvPr/>
        </p:nvSpPr>
        <p:spPr>
          <a:xfrm>
            <a:off x="4892040" y="1805940"/>
            <a:ext cx="408432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10" name="Text 7"/>
          <p:cNvSpPr/>
          <p:nvPr/>
        </p:nvSpPr>
        <p:spPr>
          <a:xfrm>
            <a:off x="11128248" y="17876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395728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395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15568" y="2340864"/>
            <a:ext cx="3657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Reviu integrasi end-to-end (demo.js)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892040" y="2638044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4892040" y="2638044"/>
            <a:ext cx="1225296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16" name="Text 13"/>
          <p:cNvSpPr/>
          <p:nvPr/>
        </p:nvSpPr>
        <p:spPr>
          <a:xfrm>
            <a:off x="11128248" y="261975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3227832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3227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15568" y="3172968"/>
            <a:ext cx="3657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Persiapan presentasi kelompok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892040" y="347014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21" name="Shape 18"/>
          <p:cNvSpPr/>
          <p:nvPr/>
        </p:nvSpPr>
        <p:spPr>
          <a:xfrm>
            <a:off x="4892040" y="3470148"/>
            <a:ext cx="1225296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22" name="Text 19"/>
          <p:cNvSpPr/>
          <p:nvPr/>
        </p:nvSpPr>
        <p:spPr>
          <a:xfrm>
            <a:off x="11128248" y="34518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4059936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40599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115568" y="4005072"/>
            <a:ext cx="3657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Presentasi kelompok bergilir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892040" y="4302252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27" name="Shape 24"/>
          <p:cNvSpPr/>
          <p:nvPr/>
        </p:nvSpPr>
        <p:spPr>
          <a:xfrm>
            <a:off x="4892040" y="4302252"/>
            <a:ext cx="2450592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28" name="Text 25"/>
          <p:cNvSpPr/>
          <p:nvPr/>
        </p:nvSpPr>
        <p:spPr>
          <a:xfrm>
            <a:off x="11128248" y="42839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60'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48640" y="4892040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0" name="Text 27"/>
          <p:cNvSpPr/>
          <p:nvPr/>
        </p:nvSpPr>
        <p:spPr>
          <a:xfrm>
            <a:off x="548640" y="4892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115568" y="4837176"/>
            <a:ext cx="3657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Umpan balik &amp; penutup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892040" y="5134356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33" name="Shape 30"/>
          <p:cNvSpPr/>
          <p:nvPr/>
        </p:nvSpPr>
        <p:spPr>
          <a:xfrm>
            <a:off x="4892040" y="5134356"/>
            <a:ext cx="816864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34" name="Text 31"/>
          <p:cNvSpPr/>
          <p:nvPr/>
        </p:nvSpPr>
        <p:spPr>
          <a:xfrm>
            <a:off x="11128248" y="51160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9265615" y="5669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150 MENIT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15 — Presentasi Hasil Perancangan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777240" cy="77724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91805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2194560"/>
            <a:ext cx="9692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Menyajikan hasil perancangan sistem dalam presentasi kelompok, termasuk transparansi penggunaan AI selama proses desain.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6035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Sub-CPMK 31.7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TEORI &amp; KONSEP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11094415" cy="126796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49808" y="21336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7" name="Text 4"/>
          <p:cNvSpPr/>
          <p:nvPr/>
        </p:nvSpPr>
        <p:spPr>
          <a:xfrm>
            <a:off x="1115568" y="1600200"/>
            <a:ext cx="10271455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Presentasi yang baik menunjukkan kode BERJALAN, bukan cuma slide statis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069336"/>
            <a:ext cx="11094415" cy="126796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360273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10" name="Text 7"/>
          <p:cNvSpPr/>
          <p:nvPr/>
        </p:nvSpPr>
        <p:spPr>
          <a:xfrm>
            <a:off x="1115568" y="3069336"/>
            <a:ext cx="10271455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Integrasi: seluruh konsep Minggu 1-14 disatukan dalam satu alur demo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4538472"/>
            <a:ext cx="11094415" cy="126796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9808" y="507187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13" name="Text 10"/>
          <p:cNvSpPr/>
          <p:nvPr/>
        </p:nvSpPr>
        <p:spPr>
          <a:xfrm>
            <a:off x="1115568" y="4538472"/>
            <a:ext cx="10271455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Transparansi AI: tools, prompt, dan bagian yang diverifikasi/dimodifikasi mahasiswa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15 — Presentasi Hasil Perancangan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 KASUS — SIPUSTAKA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4415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737360"/>
            <a:ext cx="1036289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demo.js menyatukan class dasar, prinsip OOP, state machine, Singleton &amp; Observer dalam satu skenario end-to-end yang bisa dijalankan live di depan kelas.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8" name="Image 1" descr="assets/g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90448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0432" y="3794760"/>
            <a:ext cx="104726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Perpustakaan Digital — satu studi kasus berkembang bertahap dari Minggu 1 sampai Minggu 16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15 — Presentasi Hasil Perancangan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WALKTHROUGH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7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week15-presentasi-demo/demo.js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4415" cy="3794760"/>
          </a:xfrm>
          <a:prstGeom prst="roundRect">
            <a:avLst>
              <a:gd name="adj" fmla="val 1928"/>
            </a:avLst>
          </a:prstGeom>
          <a:solidFill>
            <a:srgbClr val="0F1729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901952"/>
            <a:ext cx="164592" cy="16459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115568" y="1901952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408176" y="1901952"/>
            <a:ext cx="164592" cy="16459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286000"/>
            <a:ext cx="10454335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peminjaman1 = sistem.ajukanPeminjaman(rani, "978-1");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peminjaman1.ubahStatus("DIKEMBALIKAN");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peminjaman1.ubahStatus("SELESAI");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15 — Presentasi Hasil Perancangan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PANDUAN MENJALANKAN CODE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0F1729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92024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week15-presentasi-demo/demo.js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YANG DIHARAPKAN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11094415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611880"/>
            <a:ext cx="104543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Anggota terdaftar: Rani (batas pinjam: 3)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[NOTIFIKASI] Rani, peminjaman "Clean Code" berhasil.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15 — Presentasi Hasil Perancangan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685800" cy="6858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80467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68580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1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VERIFIKASI AI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9875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Setiap kelompok wajib menyiapkan lampiran transparansi AI sesuai Kebijakan Etika AI pada RPS.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420624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121D33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34340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Ingat: nilai hasil AI dengan Kerangka Evaluasi Kritis pada RPS — ketepatan, kelengkapan, traceability, implikasi keamanan, transparansi. Jangan menerima output AI mentah-mentah.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e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TUGAS LATIHAN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02920" cy="192024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645920"/>
            <a:ext cx="502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234440" y="1645920"/>
            <a:ext cx="10408615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508760" y="1645920"/>
            <a:ext cx="98599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Siapkan naskah presentasi 5 menit sambil menunjuk diagram UML terkait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840480"/>
            <a:ext cx="502920" cy="1920240"/>
          </a:xfrm>
          <a:prstGeom prst="roundRect">
            <a:avLst>
              <a:gd name="adj" fmla="val 14545"/>
            </a:avLst>
          </a:prstGeom>
          <a:solidFill>
            <a:srgbClr val="00D9A3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840480"/>
            <a:ext cx="502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1234440" y="3840480"/>
            <a:ext cx="10408615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508760" y="3840480"/>
            <a:ext cx="98599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Siapkan transparansi penggunaan AI proyek kelompok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15 — Presentasi Hasil Perancangan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777240" cy="77724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00949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828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MINGGU INI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22402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Presentasi Hasil Perancangan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3246120"/>
            <a:ext cx="2194560" cy="0"/>
          </a:xfrm>
          <a:prstGeom prst="line">
            <a:avLst/>
          </a:prstGeom>
          <a:noFill/>
          <a:ln w="25400">
            <a:solidFill>
              <a:srgbClr val="00D9A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8F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DEPAN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886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Ujian Akhir Semester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2026-07-13T15:28:28Z</dcterms:created>
  <dcterms:modified xsi:type="dcterms:W3CDTF">2026-07-13T15:28:28Z</dcterms:modified>
</cp:coreProperties>
</file>