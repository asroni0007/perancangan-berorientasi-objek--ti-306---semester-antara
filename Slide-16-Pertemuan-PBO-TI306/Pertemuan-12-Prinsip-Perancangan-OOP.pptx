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74320"/>
            <a:ext cx="3840480" cy="6309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4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776143"/>
            <a:ext cx="294803" cy="294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640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MENIT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468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12  ·  SUB-CPMK 31.4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8595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Prinsip Perancangan OOP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Encapsulation, Inheritance, Polymorphism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Perancangan Berorientasi Objek (TI-306)  ·  Studi Kasus: SIPUSTAKA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SESI — 150 MENIT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6362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15568" y="150876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Pembukaan &amp; recap minggu lalu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892040" y="173659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9" name="Shape 6"/>
          <p:cNvSpPr/>
          <p:nvPr/>
        </p:nvSpPr>
        <p:spPr>
          <a:xfrm>
            <a:off x="4892040" y="1736598"/>
            <a:ext cx="408432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11128248" y="171831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25704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2570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15568" y="220218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&amp; konsep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892040" y="243001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892040" y="2430018"/>
            <a:ext cx="1225296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16" name="Text 13"/>
          <p:cNvSpPr/>
          <p:nvPr/>
        </p:nvSpPr>
        <p:spPr>
          <a:xfrm>
            <a:off x="11128248" y="241173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295046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2950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15568" y="289560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&amp; code walkthrough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892040" y="312343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1" name="Shape 18"/>
          <p:cNvSpPr/>
          <p:nvPr/>
        </p:nvSpPr>
        <p:spPr>
          <a:xfrm>
            <a:off x="4892040" y="3123438"/>
            <a:ext cx="1429512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22" name="Text 19"/>
          <p:cNvSpPr/>
          <p:nvPr/>
        </p:nvSpPr>
        <p:spPr>
          <a:xfrm>
            <a:off x="11128248" y="310515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35'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364388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6438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15568" y="358902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terbimbing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892040" y="381685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7" name="Shape 24"/>
          <p:cNvSpPr/>
          <p:nvPr/>
        </p:nvSpPr>
        <p:spPr>
          <a:xfrm>
            <a:off x="4892040" y="3816858"/>
            <a:ext cx="1837944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28" name="Text 25"/>
          <p:cNvSpPr/>
          <p:nvPr/>
        </p:nvSpPr>
        <p:spPr>
          <a:xfrm>
            <a:off x="11128248" y="379857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45'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48640" y="433730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7"/>
          <p:cNvSpPr/>
          <p:nvPr/>
        </p:nvSpPr>
        <p:spPr>
          <a:xfrm>
            <a:off x="548640" y="43373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115568" y="428244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mandiri &amp; tugas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892040" y="451027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33" name="Shape 30"/>
          <p:cNvSpPr/>
          <p:nvPr/>
        </p:nvSpPr>
        <p:spPr>
          <a:xfrm>
            <a:off x="4892040" y="4510278"/>
            <a:ext cx="816864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34" name="Text 31"/>
          <p:cNvSpPr/>
          <p:nvPr/>
        </p:nvSpPr>
        <p:spPr>
          <a:xfrm>
            <a:off x="11128248" y="449199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548640" y="503072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6" name="Text 33"/>
          <p:cNvSpPr/>
          <p:nvPr/>
        </p:nvSpPr>
        <p:spPr>
          <a:xfrm>
            <a:off x="548640" y="50307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115568" y="497586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&amp; penutup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4892040" y="520369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39" name="Shape 36"/>
          <p:cNvSpPr/>
          <p:nvPr/>
        </p:nvSpPr>
        <p:spPr>
          <a:xfrm>
            <a:off x="4892040" y="5203698"/>
            <a:ext cx="408432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40" name="Text 37"/>
          <p:cNvSpPr/>
          <p:nvPr/>
        </p:nvSpPr>
        <p:spPr>
          <a:xfrm>
            <a:off x="11128248" y="518541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9265615" y="5669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150 MENIT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12 — Prinsip Perancangan OOP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9180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9692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Menerapkan prinsip desain OOP pada studi kasus, dibantu AI code review untuk mendeteksi pelanggaran prinsip.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Sub-CPMK 31.4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TEORI &amp; KONSEP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21336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7" name="Text 4"/>
          <p:cNvSpPr/>
          <p:nvPr/>
        </p:nvSpPr>
        <p:spPr>
          <a:xfrm>
            <a:off x="1115568" y="1600200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Encapsulation: #tunggakan privat, diakses lewat getter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069336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36027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1115568" y="3069336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Inheritance: Mahasiswa &amp; Staf mewarisi Anggota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4538472"/>
            <a:ext cx="11094415" cy="1267968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507187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3" name="Text 10"/>
          <p:cNvSpPr/>
          <p:nvPr/>
        </p:nvSpPr>
        <p:spPr>
          <a:xfrm>
            <a:off x="1115568" y="4538472"/>
            <a:ext cx="10271455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Polymorphism: method batasPinjam() sama namanya, hasil beda per subclass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12 — Prinsip Perancangan OOP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KASUS — SIPUSTAKA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4415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737360"/>
            <a:ext cx="1036289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Anggota jadi 'dasar abstrak' (melempar error bila di-instantiate langsung); Mahasiswa &amp; Staf mewarisi &amp; override batasPinjam().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8" name="Image 1" descr="assets/g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90448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3794760"/>
            <a:ext cx="104726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Perpustakaan Digital — satu studi kasus berkembang bertahap dari Minggu 1 sampai Minggu 16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12 — Prinsip Perancangan OOP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WALKTHROUGH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week12-prinsip-oop/index.js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4415" cy="3794760"/>
          </a:xfrm>
          <a:prstGeom prst="roundRect">
            <a:avLst>
              <a:gd name="adj" fmla="val 1928"/>
            </a:avLst>
          </a:prstGeom>
          <a:solidFill>
            <a:srgbClr val="0F1729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901952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115568" y="1901952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408176" y="1901952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286000"/>
            <a:ext cx="1045433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Mahasiswa extends Anggota {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batasPinjam() { return 3; }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Staf extends Anggota {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batasPinjam() { return 10; }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12 — Prinsip Perancangan OOP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PANDUAN MENJALANKAN CODE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0F1729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92024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week12-prinsip-oop/index.js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YANG DIHARAPKAN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4415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611880"/>
            <a:ext cx="10454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Rani (Mahasiswa) — batas pinjam: 3, tunggakan: Rp0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Pak Budi (Staf) — batas pinjam: 10, tunggakan: Rp0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12 — Prinsip Perancangan OOP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685800" cy="6858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80467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6858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1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VERIFIKASI AI — TERINTEGRASI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9875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--env-file=.env week12-prinsip-oop/ai-code-review.js — AI meninjau index.js untuk pelanggaran prinsip OOP.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420624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121D33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34340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Ingat: nilai hasil AI dengan Kerangka Evaluasi Kritis pada RPS — ketepatan, kelengkapan, traceability, implikasi keamanan, transparansi. Jangan menerima output AI mentah-mentah.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TUGAS LATIHAN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64592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234440" y="164592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508760" y="164592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subclass Dosen dengan batasPinjam() sendiri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84048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84048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234440" y="384048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508760" y="384048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ai-code-review.js, evaluasi kritis: temuan mana yang relevan, mana yang berlebihan?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12 — Prinsip Perancangan OOP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00949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28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MINGGU INI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2402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Prinsip Perancangan OOP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219456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DEPAN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886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Pattern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2026-07-13T15:28:28Z</dcterms:created>
  <dcterms:modified xsi:type="dcterms:W3CDTF">2026-07-13T15:28:28Z</dcterms:modified>
</cp:coreProperties>
</file>