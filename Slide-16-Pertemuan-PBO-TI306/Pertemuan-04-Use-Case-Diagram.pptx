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  ·  SUB-CPMK 21.4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diagram ke method fasad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 — Use Case Diagram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Memodelkan kebutuhan sistem menggunakan Use Case Diagram, dengan praktik text-to-diagram AI dan validasinya.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Aktor: Anggota, Pustakawan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Cari Buku, Ajukan Peminjaman, Kembalikan Buku, Daftar Anggota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Facade: satu class menyembunyikan detail interaksi antar entitas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 — Use Case Diagram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use case pada diagram direalisasikan sebagai satu method publik pada class SistemPerpustakaan.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 — Use Case Diagram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week04-use-case-diagram/index.js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SistemPerpustakaan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cariBuku(kataKunci) { ...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ajukanPeminjaman(isbn, idAnggota) { ...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kembalikanBuku(isbn) { ...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 — Use Case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week04-use-case-diagram/index.js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Case: Ajukan Peminjaman -&gt; { isbn: '978-1', status: 'DIPINJAM' }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 — Use Case Diagram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Minta AI text-to-diagram membuat Use Case Diagram dari deskripsi use case, lalu validasi: apakah aktor &amp; use case-nya sesuai?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use case Perpanjang Peminjaman sebagai method baru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Cocokkan tiap use case pada diagram dengan method yang bersesuaian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 — Use Case Diagram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