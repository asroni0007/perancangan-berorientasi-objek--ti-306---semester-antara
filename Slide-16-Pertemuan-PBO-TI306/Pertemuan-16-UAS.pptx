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94560"/>
            <a:ext cx="1188720" cy="11887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2479853"/>
            <a:ext cx="618134" cy="6181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41148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UJIAN AKHIR SEMESTER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48640" y="5257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Berorientasi Objek (TI-306)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99855" y="548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MENIT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CAKUPAN MATERI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Minggu 9–15 (terintegrasi) &amp; studi kasus komprehensif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11094415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2294001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8" name="Text 5"/>
          <p:cNvSpPr/>
          <p:nvPr/>
        </p:nvSpPr>
        <p:spPr>
          <a:xfrm>
            <a:off x="1115568" y="2011680"/>
            <a:ext cx="1027145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Diagram, State Machine Diagram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006090"/>
            <a:ext cx="11094415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3288411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1" name="Text 8"/>
          <p:cNvSpPr/>
          <p:nvPr/>
        </p:nvSpPr>
        <p:spPr>
          <a:xfrm>
            <a:off x="1115568" y="3006090"/>
            <a:ext cx="1027145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Diagram (cloud-native, containerization)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000500"/>
            <a:ext cx="11094415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9808" y="4282821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4" name="Text 11"/>
          <p:cNvSpPr/>
          <p:nvPr/>
        </p:nvSpPr>
        <p:spPr>
          <a:xfrm>
            <a:off x="1115568" y="4000500"/>
            <a:ext cx="1027145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OOP, Design Pattern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4994910"/>
            <a:ext cx="11094415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9808" y="5277231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7" name="Text 14"/>
          <p:cNvSpPr/>
          <p:nvPr/>
        </p:nvSpPr>
        <p:spPr>
          <a:xfrm>
            <a:off x="1115568" y="4994910"/>
            <a:ext cx="1027145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perancangan &amp; presentasi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 AKHIR SEMESTER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BENTUK &amp; BOBOT PENILAIAN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120640" cy="3017520"/>
          </a:xfrm>
          <a:prstGeom prst="roundRect">
            <a:avLst>
              <a:gd name="adj" fmla="val 3030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965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UJIAN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Tertulis / praktik / studi kasus komprehensif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035040" y="1691640"/>
            <a:ext cx="5608015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965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PENILAIAN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0" y="2377440"/>
            <a:ext cx="487649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 dari nilai akhir (Pengukuran CPMK31)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 AKHIR SEMESTER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 TERTIB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02920" cy="11887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4592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34440" y="1645920"/>
            <a:ext cx="104086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08760" y="1645920"/>
            <a:ext cx="98599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Dikerjakan TANPA bantuan AI generatif, kecuali dinyatakan lain oleh dosen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502920" cy="1188720"/>
          </a:xfrm>
          <a:prstGeom prst="roundRect">
            <a:avLst>
              <a:gd name="adj" fmla="val 14545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1089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34440" y="3108960"/>
            <a:ext cx="104086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508760" y="3108960"/>
            <a:ext cx="98599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Mencakup integrasi seluruh model UML ke dalam satu rancangan lengkap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572000"/>
            <a:ext cx="502920" cy="11887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57200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1234440" y="4572000"/>
            <a:ext cx="104086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508760" y="4572000"/>
            <a:ext cx="98599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pengerjaan sesuai alokasi pada agenda sesi ini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 AKHIR SEMESTER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SESI — 150 MENIT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1645920"/>
            <a:ext cx="42062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&amp; tata tertib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40680" y="217932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E3E8F0"/>
          </a:solidFill>
          <a:ln/>
        </p:spPr>
      </p:sp>
      <p:sp>
        <p:nvSpPr>
          <p:cNvPr id="9" name="Shape 6"/>
          <p:cNvSpPr/>
          <p:nvPr/>
        </p:nvSpPr>
        <p:spPr>
          <a:xfrm>
            <a:off x="5440680" y="2179320"/>
            <a:ext cx="365760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11064240" y="216103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078480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078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987040"/>
            <a:ext cx="42062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Pengerjaan ujian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40680" y="35204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E3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5440680" y="3520440"/>
            <a:ext cx="4389120" cy="274320"/>
          </a:xfrm>
          <a:prstGeom prst="roundRect">
            <a:avLst>
              <a:gd name="adj" fmla="val 20000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11064240" y="350215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120'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41960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419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5568" y="4328160"/>
            <a:ext cx="42062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Pengumpulan &amp; penutup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40680" y="486156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E3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5440680" y="486156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11064240" y="484327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265615" y="566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150 MENIT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 AKHIR SEMESTER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03120"/>
            <a:ext cx="1097280" cy="109728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" y="2366467"/>
            <a:ext cx="570586" cy="5705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Selamat Mengerjakan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mandiri, kelola waktu dengan baik, dan tunjukkan pemahamanmu.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2026-07-13T15:28:28Z</dcterms:created>
  <dcterms:modified xsi:type="dcterms:W3CDTF">2026-07-13T15:28:28Z</dcterms:modified>
</cp:coreProperties>
</file>