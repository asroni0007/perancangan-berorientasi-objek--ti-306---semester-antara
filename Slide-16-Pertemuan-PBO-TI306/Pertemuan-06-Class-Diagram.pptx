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274320"/>
            <a:ext cx="3840480" cy="6309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4" name="Image 0" descr="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776143"/>
            <a:ext cx="294803" cy="294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1872" y="6400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MENIT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4688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6  ·  SUB-CPMK 21.6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8595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Diagram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Asosiasi &amp; agregasi antar class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Perancangan Berorientasi Objek (TI-306)  ·  Studi Kasus: SIPUSTAKA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SESI — 150 MENIT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6362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563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15568" y="150876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Pembukaan &amp; recap minggu lalu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892040" y="173659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9" name="Shape 6"/>
          <p:cNvSpPr/>
          <p:nvPr/>
        </p:nvSpPr>
        <p:spPr>
          <a:xfrm>
            <a:off x="4892040" y="1736598"/>
            <a:ext cx="408432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/>
          <p:nvPr/>
        </p:nvSpPr>
        <p:spPr>
          <a:xfrm>
            <a:off x="11128248" y="171831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25704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2570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15568" y="220218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&amp; konsep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892040" y="243001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892040" y="2430018"/>
            <a:ext cx="1225296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16" name="Text 13"/>
          <p:cNvSpPr/>
          <p:nvPr/>
        </p:nvSpPr>
        <p:spPr>
          <a:xfrm>
            <a:off x="11128248" y="241173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295046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2950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15568" y="289560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&amp; code walkthrough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892040" y="312343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21" name="Shape 18"/>
          <p:cNvSpPr/>
          <p:nvPr/>
        </p:nvSpPr>
        <p:spPr>
          <a:xfrm>
            <a:off x="4892040" y="3123438"/>
            <a:ext cx="1429512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22" name="Text 19"/>
          <p:cNvSpPr/>
          <p:nvPr/>
        </p:nvSpPr>
        <p:spPr>
          <a:xfrm>
            <a:off x="11128248" y="310515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35'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364388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36438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15568" y="358902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 terbimbing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892040" y="381685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27" name="Shape 24"/>
          <p:cNvSpPr/>
          <p:nvPr/>
        </p:nvSpPr>
        <p:spPr>
          <a:xfrm>
            <a:off x="4892040" y="3816858"/>
            <a:ext cx="1837944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28" name="Text 25"/>
          <p:cNvSpPr/>
          <p:nvPr/>
        </p:nvSpPr>
        <p:spPr>
          <a:xfrm>
            <a:off x="11128248" y="379857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45'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48640" y="433730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7"/>
          <p:cNvSpPr/>
          <p:nvPr/>
        </p:nvSpPr>
        <p:spPr>
          <a:xfrm>
            <a:off x="548640" y="43373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115568" y="428244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mandiri &amp; tugas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892040" y="451027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33" name="Shape 30"/>
          <p:cNvSpPr/>
          <p:nvPr/>
        </p:nvSpPr>
        <p:spPr>
          <a:xfrm>
            <a:off x="4892040" y="4510278"/>
            <a:ext cx="816864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34" name="Text 31"/>
          <p:cNvSpPr/>
          <p:nvPr/>
        </p:nvSpPr>
        <p:spPr>
          <a:xfrm>
            <a:off x="11128248" y="449199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548640" y="503072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6" name="Text 33"/>
          <p:cNvSpPr/>
          <p:nvPr/>
        </p:nvSpPr>
        <p:spPr>
          <a:xfrm>
            <a:off x="548640" y="50307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115568" y="497586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&amp; penutup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4892040" y="520369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39" name="Shape 36"/>
          <p:cNvSpPr/>
          <p:nvPr/>
        </p:nvSpPr>
        <p:spPr>
          <a:xfrm>
            <a:off x="4892040" y="5203698"/>
            <a:ext cx="408432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40" name="Text 37"/>
          <p:cNvSpPr/>
          <p:nvPr/>
        </p:nvSpPr>
        <p:spPr>
          <a:xfrm>
            <a:off x="11128248" y="518541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9265615" y="5669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150 MENIT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 — Class Diagram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777240" cy="7772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91805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194560"/>
            <a:ext cx="9692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Mendesain struktur sistem dengan Class Diagram, termasuk praktik prompt engineering untuk membangkitkan draf diagram serta koreksinya.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Sub-CPMK 21.6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TEORI &amp; KONSEP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" y="21336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7" name="Text 4"/>
          <p:cNvSpPr/>
          <p:nvPr/>
        </p:nvSpPr>
        <p:spPr>
          <a:xfrm>
            <a:off x="1115568" y="1600200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Asosiasi: Peminjaman menyimpan referensi ke Buku &amp; Anggota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069336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360273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0" name="Text 7"/>
          <p:cNvSpPr/>
          <p:nvPr/>
        </p:nvSpPr>
        <p:spPr>
          <a:xfrm>
            <a:off x="1115568" y="3069336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Agregasi: Perpustakaan 'memiliki banyak' Buku/Anggota/Peminjaman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4538472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9808" y="507187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3" name="Text 10"/>
          <p:cNvSpPr/>
          <p:nvPr/>
        </p:nvSpPr>
        <p:spPr>
          <a:xfrm>
            <a:off x="1115568" y="4538472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Multiplisitas (1, *) tercermin dari field tunggal vs array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 — Class Diagram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 KASUS — SIPUSTAKA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4415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737360"/>
            <a:ext cx="1036289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Perpustakaan mengagregasi Buku, Anggota, dan Peminjaman lewat array privat.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8" name="Image 1" descr="assets/g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90448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3794760"/>
            <a:ext cx="104726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Perpustakaan Digital — satu studi kasus berkembang bertahap dari Minggu 1 sampai Minggu 16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 — Class Diagram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WALKTHROUGH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week06-class-diagram/index.js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4415" cy="3794760"/>
          </a:xfrm>
          <a:prstGeom prst="roundRect">
            <a:avLst>
              <a:gd name="adj" fmla="val 1928"/>
            </a:avLst>
          </a:prstGeom>
          <a:solidFill>
            <a:srgbClr val="0F1729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901952"/>
            <a:ext cx="164592" cy="16459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115568" y="1901952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408176" y="1901952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286000"/>
            <a:ext cx="1045433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Perpustakaan {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#buku = []; #anggota = []; #peminjaman = [];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pinjamkan(isbn, idAnggota, tanggal) { ... }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 — Class Diagram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PANDUAN MENJALANKAN CODE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0F1729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92024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week06-class-diagram/index.js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YANG DIHARAPKAN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1094415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611880"/>
            <a:ext cx="10454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Peminjaman #1: "Clean Code" oleh Rani, status: DIPINJAM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 — Class Diagram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85800" cy="6858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80467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68580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1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VERIFIKASI AI — TERINTEGRASI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9875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--env-file=.env week06-class-diagram/ai-bantu-diagram.js — membangkitkan draf Class Diagram (PlantUML), lalu WAJIB verifikasi manual.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420624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121D33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34340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Ingat: nilai hasil AI dengan Kerangka Evaluasi Kritis pada RPS — ketepatan, kelengkapan, traceability, implikasi keamanan, transparansi. Jangan menerima output AI mentah-mentah.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TUGAS LATIHAN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02920" cy="192024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645920"/>
            <a:ext cx="502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234440" y="1645920"/>
            <a:ext cx="10408615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508760" y="1645920"/>
            <a:ext cx="98599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class Pustakawan, relasikan ke Perpustakaan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840480"/>
            <a:ext cx="502920" cy="1920240"/>
          </a:xfrm>
          <a:prstGeom prst="roundRect">
            <a:avLst>
              <a:gd name="adj" fmla="val 14545"/>
            </a:avLst>
          </a:prstGeom>
          <a:solidFill>
            <a:srgbClr val="00D9A3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840480"/>
            <a:ext cx="502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234440" y="3840480"/>
            <a:ext cx="10408615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508760" y="3840480"/>
            <a:ext cx="98599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ai-bantu-diagram.js, nilai hasilnya dengan Kerangka Evaluasi Kritis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 — Class Diagram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777240" cy="7772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00949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28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MINGGU INI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2402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Diagram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3246120"/>
            <a:ext cx="2194560" cy="0"/>
          </a:xfrm>
          <a:prstGeom prst="line">
            <a:avLst/>
          </a:prstGeom>
          <a:noFill/>
          <a:ln w="25400">
            <a:solidFill>
              <a:srgbClr val="00D9A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8F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DEPAN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886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Diagram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2026-07-13T15:28:28Z</dcterms:created>
  <dcterms:modified xsi:type="dcterms:W3CDTF">2026-07-13T15:28:28Z</dcterms:modified>
</cp:coreProperties>
</file>