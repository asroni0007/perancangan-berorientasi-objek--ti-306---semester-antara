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11  ·  SUB-CPMK 31.3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Diagram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artifact, dan containerization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recap minggu lalu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7365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365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183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5704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70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20218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 konsep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43001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43001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4117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504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50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89560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code walkthrough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12343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123438"/>
            <a:ext cx="142951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10515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64388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6438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358902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terbimbing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381685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3816858"/>
            <a:ext cx="1837944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37985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3373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337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28244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mandiri &amp; tugas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451027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4510278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449199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03072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5030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15568" y="49758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penutup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892040" y="52036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4892040" y="52036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40" name="Text 37"/>
          <p:cNvSpPr/>
          <p:nvPr/>
        </p:nvSpPr>
        <p:spPr>
          <a:xfrm>
            <a:off x="11128248" y="51854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11 — Deployment Diagram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Mendesain arsitektur deployment sistem, disertai pengenalan cloud-native, containerization, dan penempatan layanan AI/ML pada arsitektur deployment.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31.3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133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= mesin fisik/virtual (mis. API Server); Artifact = kode yang di-deploy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9336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069336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membungkus artifact + runtime jadi satu unit portable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538472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5071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538472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AI/ML (mis. Claude API) adalah node EKSTERNAL — API key disimpan di server, bukan di client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11 — Deployment Diagram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SIPUSTAKA (HTTP murni) dibungkus Dockerfile, dengan docker-compose.yml mengilustrasikan node tambahan (reverse proxy).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11 — Deployment Diagram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week11-deployment-diagram/server.js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(req.method === "GET" &amp;&amp; req.url === "/buku")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res.end(JSON.stringify(sistem.daftarBuku()));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11 — Deployment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week11-deployment-diagram/server.js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http://localhost:3000/buku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[{"isbn":"978-1","judul":"Clean Code","eksemplarTersedia":2}, ...]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11 — Deployment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VERIFIKASI AI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Diskusi: kenapa API key Claude API sebaiknya disimpan di node API Server, bukan dikirim ke Client?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21D3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3434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nilai hasil AI dengan Kerangka Evaluasi Kritis pada RPS — ketepatan, kelengkapan, traceability, implikasi keamanan, transparansi. Jangan menerima output AI mentah-mentah.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endpoint GET /buku/:isbn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Deployment Diagram dengan node Claude API (eksternal)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11 — Deployment Diagram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Diagram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Prinsip Perancangan OOP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