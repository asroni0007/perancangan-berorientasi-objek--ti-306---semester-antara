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  ·  SUB-CPMK 21.3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Kebutuhan Sistem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kebutuhan ke skeleton class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Mengidentifikasi kebutuhan sistem dari studi kasus sederhana, termasuk praktik elisitasi kebutuhan dan penyusunan user story berbantuan AI.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fungsional vs non-fungsional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user story: Sebagai [peran], saya ingin [aksi], agar [tujuan]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kebutuhan ke identifikasi entitas/class awal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requirements.md untuk SIPUSTAKA, lalu menerjemahkan entitas yang teridentifikasi (Buku, Anggota, Peminjaman, Pustakawan) menjadi skeleton class.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week03-analisis-kebutuhan/{requirements.md, index.js}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cariBuku(kataKunci)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Error("Belum diimplementasikan — lihat Minggu 4");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week03-analisis-kebutuhan/index.js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Skeleton class hasil analisis kebutuhan berhasil dimuat: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Buku, Anggota, Peminjaman, Pustakawan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 AI assistant membuat draf user story dari deskripsi kasus, lalu bandingkan dengan versi manual — kebutuhan apa yang terlewat atau dikarang (halusinasi)?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requirements.md: 5 kebutuhan fungsional, 2 non-fungsional, 3 user story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skeleton class baru jika ditemukan entitas baru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— Analisis Kebutuhan Sistem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Kebutuhan Sistem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