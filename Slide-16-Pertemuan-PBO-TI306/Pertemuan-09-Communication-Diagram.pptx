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  ·  SUB-CPMK 31.1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Diagram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bernomor via EventEmitter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9 — Communication Diagram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Mendesain komunikasi antar objek dengan Communication Diagram.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31.1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Diagram menekankan HUBUNGAN + pesan bernomor (1, 1.1, 1.2, ...)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menekankan URUTAN WAKTU — beda penekanan, bukan beda informasi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EventEmitter mendemonstrasikan komunikasi decoupled: pengirim tak perlu tahu siapa mendengarkan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9 — Communication Diagram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peminjaman yang sama seperti Minggu 7, kali ini diimplementasikan dengan EventEmitter bergaya publish-subscribe.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9 — Communication Diagram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week09-communication-diagram/index.js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this.#katalog.on("stokBerkurang", ({ isbn, sisaStok }) =&gt;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console.log(`1.2: Katalog --stokBerkurang--&gt; SistemPerpustakaan`);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this.emit("peminjamanSukses", { isbn });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9 — Communication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week09-communication-diagram/index.js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1.1: SistemPerpustakaan --prosesPermintaan(978-1)--&gt; Katalog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1.2: Katalog --stokBerkurang(978-1, sisa:0)--&gt; SistemPerpustakaan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9 — Communication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gaya event-based ini dengan Sequence Diagram Minggu 7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object LogAudit yang ikut mendengarkan event peminjamanSukses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9 — Communication Diagram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Diagram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Machine Diagram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