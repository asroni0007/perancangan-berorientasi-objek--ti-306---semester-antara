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1188720" cy="11887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2479853"/>
            <a:ext cx="618134" cy="618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8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" y="4114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UJIAN TENGAH SEMESTER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4864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99855" y="548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CAKUPAN MATERI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Minggu 1–7 (terintegrasi)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11094415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2294001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8" name="Text 5"/>
          <p:cNvSpPr/>
          <p:nvPr/>
        </p:nvSpPr>
        <p:spPr>
          <a:xfrm>
            <a:off x="1115568" y="2011680"/>
            <a:ext cx="1027145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OOP vs prosedural, konsep class/object/atribut/method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006090"/>
            <a:ext cx="11094415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3288411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3006090"/>
            <a:ext cx="1027145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kebutuhan &amp; user story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000500"/>
            <a:ext cx="11094415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9808" y="4282821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4000500"/>
            <a:ext cx="1027145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Diagram, Activity Diagram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994910"/>
            <a:ext cx="11094415" cy="765810"/>
          </a:xfrm>
          <a:prstGeom prst="roundRect">
            <a:avLst>
              <a:gd name="adj" fmla="val 95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" y="5277231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7" name="Text 14"/>
          <p:cNvSpPr/>
          <p:nvPr/>
        </p:nvSpPr>
        <p:spPr>
          <a:xfrm>
            <a:off x="1115568" y="4994910"/>
            <a:ext cx="10271455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Diagram, Sequence Diagram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TENGAH SEMESTER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BENTUK &amp; BOBOT PENILAIAN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UJIAN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Tertulis / praktik pemodelan UML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035040" y="1691640"/>
            <a:ext cx="5608015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965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PENILAIAN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2377440"/>
            <a:ext cx="487649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 dari nilai akhir (Pengukuran CPMK21)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TENGAH SEMESTER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TERTIB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1887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Dikerjakan TANPA bantuan AI generatif, kecuali dinyatakan lain oleh dosen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502920" cy="118872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10896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108960"/>
            <a:ext cx="104086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108960"/>
            <a:ext cx="9859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 alat tulis / laptop sesuai instruksi dosen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572000"/>
            <a:ext cx="502920" cy="11887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57200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1234440" y="4572000"/>
            <a:ext cx="104086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508760" y="4572000"/>
            <a:ext cx="98599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pengerjaan sesuai alokasi pada agenda sesi ini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TENGAH SEMESTER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645920"/>
            <a:ext cx="42062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tata tertib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40680" y="217932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5440680" y="2179320"/>
            <a:ext cx="365760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064240" y="216103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078480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078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987040"/>
            <a:ext cx="42062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Pengerjaan ujian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40680" y="35204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5440680" y="3520440"/>
            <a:ext cx="4389120" cy="274320"/>
          </a:xfrm>
          <a:prstGeom prst="roundRect">
            <a:avLst>
              <a:gd name="adj" fmla="val 20000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064240" y="350215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120'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41960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419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4328160"/>
            <a:ext cx="420624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Pengumpulan &amp; penutup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40680" y="486156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5440680" y="486156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064240" y="4843272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 TENGAH SEMESTER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03120"/>
            <a:ext cx="1097280" cy="109728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" y="2366467"/>
            <a:ext cx="570586" cy="570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Selamat Mengerjakan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mandiri, kelola waktu dengan baik, dan tunjukkan pemahamanmu.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