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13  ·  SUB-CPMK 31.5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Singleton, Factory, Observer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Menerapkan design pattern sederhana untuk solusi perancangan, termasuk memanfaatkan AI sebagai pemberi rekomendasi pola desain.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menjamin hanya ada SATU instance di seluruh aplikasi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menyembunyikan logika pemilihan class di satu tempat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Observer: subject tidak perlu tahu detail tiap observer, cukup notify()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KatalogPerpustakaan (Singleton), AnggotaFactory (Factory), LayananNotifikasi (Observer) — ketiganya diterapkan langsung ke SIPUSTAKA.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week13-design-pattern/index.js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getInstance()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(!KatalogPerpustakaan.#instance)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KatalogPerpustakaan.#instance = new KatalogPerpustakaan();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KatalogPerpustakaan.#instance;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week13-design-pattern/index.js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katalogA === katalogB -&gt; true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[Notifikasi ke Rani] Pengingat: "Clean Code" jatuh tempo besok.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 — TERINTEGRASI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--env-file=.env week13-design-pattern/ai-rekomendasi-pattern.js — minta AI merekomendasikan pattern untuk sebuah kebutuhan.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ai-rekomendasi-pattern.js, bandingkan dengan Factory yang sudah ada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AnggotaFactory memakai Map&lt;tipe, constructor&gt;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 — Design Pattern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Dokumentasi Perancangan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