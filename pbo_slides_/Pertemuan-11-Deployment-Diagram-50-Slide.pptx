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Deployment Diagram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Cloud-native, containerization, API, mock AI/ML service, secret</a:t>
            </a:r>
            <a:endParaRPr lang="en-US" sz="1700" dirty="0"/>
          </a:p>
        </p:txBody>
      </p:sp>
      <p:pic>
        <p:nvPicPr>
          <p:cNvPr id="6" name="Image 0" descr="/mnt/data/pbo_slides_50/assets/deploy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CPMK31.3: Cloud-native, containerization, API, mock AI/ML service, secret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Deployment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Deployment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6/50</a:t>
            </a:r>
            <a:endParaRPr lang="en-US" sz="850" dirty="0"/>
          </a:p>
        </p:txBody>
      </p:sp>
      <p:pic>
        <p:nvPicPr>
          <p:cNvPr id="6" name="Image 0" descr="/mnt/data/pbo_slides_50/assets/deploy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Deployment Diagram memetakan software ke node fisik/logis.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Container dipakai untuk membuat runtime aplikasi lebih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Layanan AI/ML perlu dibatasi data, izin, dan akses rahasianya.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Secret tidak boleh ditulis langsung pada kode sumber.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harus menggambarkan aliran komunikasi dan protokol.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Deployment Diagram memetakan software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Deployment Diagram memetakan software ke node fisik/logis.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Container dipakai untuk membuat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Container dipakai untuk membuat runtime aplikasi lebih konsisten.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Layanan AI/ML perlu dibatasi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Layanan AI/ML perlu dibatasi data, izin, dan akses rahasianya.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Secret tidak boleh ditulis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Secret tidak boleh ditulis langsung pada kode sumber.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Diagram harus menggambarkan aliran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Diagram harus menggambarkan aliran komunikasi dan protokol.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11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week11:ai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week11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http://localhost:3000/buku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http://localhost:3000/pinjam/978-1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week11-deployment-diagram/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diagrams/*.mmd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diagrams/*.puml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11 — Deployment Diagram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**Terkait CPMK:** 31.3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Mendesain node, execution environment, artifact, protokol komunikasi,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containerization, dan penempatan layanan AI/ML.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Artefak Diagram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`diagrams/deployment-sipustaka.mmd`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`diagrams/deployment-sipustaka.puml`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`server.js` — API Server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`ai-service.js` — mock AI/ML service lokal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`Dockerfile` dan `docker-compose.yml`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11 — Deployment Diagram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 Server yang berkomunikasi dengan mock AI/ML service melalui HTTP.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"node:http";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constructor(isbn, judul, kategori, eksemplarTersedia)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this.isbn = isbn;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this.judul = judul;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this.kategori = kategori;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this.eksemplarTersedia = eksemplarTersedia;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SistemPerpustakaan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#buku = [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Buku("978-1", "Clean Code", "Teknologi", 2),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Buku("978-2", "Design Patterns", "Desain", 1),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daftarBuku()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this.#buku;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cariBuku(isbn)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this.#buku.find((b) =&gt; b.isbn === isbn);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pinjamkan(isbn)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buku = this.cariBuku(isbn);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(!buku) throw new Error("Buku tidak ditemukan");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(buku.eksemplarTersedia &lt;= 0) throw new Error("Stok habis");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buku.eksemplarTersedia -= 1;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buku;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Mermaid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
  subgraph ClientNode["Device: Client"]
    Browser["Artifact: Browser/Mobile App"]
  end
  subgraph Cloud["Cloud / Container Platform"]
    Proxy["Node: Reverse Proxy / Load Balancer"]
    API["Container: API Server\nArtifact: server.js"]
    AI["Container: AI/ML Service\nArtifact: ai-service.js"]
    DB[("Node: Database")]
    Secret["Secret Manager\nAPI key/config"]
  end
  Browser --&gt;|HTTPS| Proxy
  Proxy --&gt;|HTTP internal| API
  API --&gt;|SQL/TCP| DB
  API --&gt;|HTTP JSON| AI
  API -. membaca konfigurasi .-&gt; Secret
  AI -. membaca konfigurasi .-&gt; Secret
</a:t>
            </a:r>
            <a:endParaRPr lang="en-US" sz="12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Diagram dari Mermaid/PlantUML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25/50</a:t>
            </a:r>
            <a:endParaRPr lang="en-US" sz="850" dirty="0"/>
          </a:p>
        </p:txBody>
      </p:sp>
      <p:pic>
        <p:nvPicPr>
          <p:cNvPr id="6" name="Image 0" descr="/mnt/data/pbo_slides_50/assets/deploy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Gambar preview membantu membaca struktur sebelum mahasiswa merender ulang file .mmd/.puml.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"Client Device" as client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 "Browser/Mobile App" as browser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"Cloud / Container Platform"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"Reverse Proxy / Load Balancer" as proxy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"API Server Container" as api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artifact "server.js"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"AI/ML Service Container" as ai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artifact "ai-service.js"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 "Database" as db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"Secret Manager" as secret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--&gt; proxy : HTTPS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 --&gt; api : HTTP internal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--&gt; db : SQL/TCP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--&gt; ai : HTTP/JSON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..&gt; secret : read config/API key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Merender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Mermaid: buka file .mmd di GitHub atau mermaid.live.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PlantUML: buka file .puml dengan plugin VS Code/IntelliJ atau PlantUML server.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hasil render sebagai PNG/SVG untuk laporan.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diagram final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catatan koreksi terhadap draf AI.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Deployment Diagram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Deployment Diagram?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Deployment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CPMK31.3.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Deployment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11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week11:ai  •  npm run week11  •  curl http://localhost:3000/buku  •  curl -X POST http://localhost:3000/pinjam/978-1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11 • CPMK31.3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11 - Deployment Diagram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