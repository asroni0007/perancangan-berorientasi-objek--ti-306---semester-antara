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Pengenalan Perancangan Berorientasi Objek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OOD vs prosedural; tren AI-assisted, cloud-native, low-code/no-code</a:t>
            </a:r>
            <a:endParaRPr lang="en-US" sz="1700" dirty="0"/>
          </a:p>
        </p:txBody>
      </p:sp>
      <p:pic>
        <p:nvPicPr>
          <p:cNvPr id="6" name="Image 0" descr="/mnt/data/pbo_slides_50/assets/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CPMK21.1: OOD vs prosedural; tren AI-assisted, cloud-native, low-code/no-code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Pengenalan Perancangan Berorientasi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Pengenalan Perancangan Berorientasi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6/50</a:t>
            </a:r>
            <a:endParaRPr lang="en-US" sz="850" dirty="0"/>
          </a:p>
        </p:txBody>
      </p:sp>
      <p:pic>
        <p:nvPicPr>
          <p:cNvPr id="6" name="Image 0" descr="/mnt/data/pbo_slides_50/assets/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Paradigma adalah cara berpikir dalam menyusun solusi perangkat lunak.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Pendekatan prosedural memusatkan perhatian pada langkah dan fungsi.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Pendekatan berorientasi objek memusatkan perhatian pada entitas, state, dan perilaku.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OOD membantu menjaga traceability dari kebutuhan sampai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 dapat membantu membuat draf, tetapi desain tetap harus dipahami mahasiswa.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Paradigma adalah cara berpikir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Paradigma adalah cara berpikir dalam menyusun solusi perangkat lunak.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Pendekatan prosedural memusatkan perhatian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Pendekatan prosedural memusatkan perhatian pada langkah dan fungsi.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Pendekatan berorientasi objek memusatkan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Pendekatan berorientasi objek memusatkan perhatian pada entitas, state, dan perilaku.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OOD membantu menjaga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OOD membantu menjaga traceability dari kebutuhan sampai kode.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AI dapat membantu membuat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AI dapat membantu membuat draf, tetapi desain tetap harus dipahami mahasiswa.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week01-pengenalan-oop/index.js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week01-pengenalan-oop/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 — Pengenalan Perancangan Berorientasi Objek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21.1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Membandingkan paradigma prosedural dan berorientasi objek.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Mengenal tren pengembangan perangkat lunak modern: AI-assisted development,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cloud-native, dan low-code/no-code.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Menilai kapan OOP memberi manfaat dan kapan menambah kompleksitas.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Konsep Kunci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Prosedural: data dan fungsi cenderung dipisahkan.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OOP: data dan perilaku dibungkus dalam class/object.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Encapsulation menjaga aturan bisnis agar tidak diubah sembarangan.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 — Pengenalan Perancangan Berorientasi Objek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Studi kasus: SIPUSTAKA (Sistem Perpustakaan Digital)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Tujuan: membandingkan pendekatan PROSEDURAL vs BERORIENTASI OBJEK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untuk kasus yang sama: menghitung denda keterlambatan pengembalian buku.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console.log("=== BAGIAN A: Pendekatan PROSEDURAL ===\n");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Pendekatan prosedural: data (plain object) dan fungsi (logika) terpisah.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buatPeminjamanProsedural(judulBuku, tanggalPinjam, tanggalKembali)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judulBuku, tanggalPinjam, tanggalKembali };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hitungDendaProsedural(peminjaman, tarifPerHari = 500)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batasHari = 7;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selisihHari = Math.floor(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(peminjaman.tanggalKembali - peminjaman.tanggalPinjam) / (1000 * 60 * 60 * 24)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telat = Math.max(0, selisihHari - batasHari);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telat * tarifPerHari;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pinjam1 = buatPeminjamanProsedural(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"Clean Code",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Date("2026-01-01"),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Date("2026-01-12")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console.log(`Denda (prosedural): Rp${hitungDendaProsedural(pinjam1)}`);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"Masalah: data &amp; logika terpisah — siapa pun bisa lupa memanggil fungsi yang\n" +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"benar, dan tidak ada yang menjaga konsistensi aturan bisnisnya.\n"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console.log("=== BAGIAN B: Pendekatan BERORIENTASI OBJEK ===\n");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Pendekatan OOP: data (atribut) dan perilaku (method) dibungkus jadi satu class.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PeminjamanBuku {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24/50</a:t>
            </a:r>
            <a:endParaRPr lang="en-US" sz="850" dirty="0"/>
          </a:p>
        </p:txBody>
      </p:sp>
      <p:pic>
        <p:nvPicPr>
          <p:cNvPr id="6" name="Image 0" descr="/mnt/data/pbo_slides_50/assets/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Pengenalan Perancangan Berorientasi Objek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Pengenalan Perancangan Berorientasi Objek?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Pengenalan Perancangan Berorientasi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CPMK21.1.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Pengenalan Perancangan Berorientasi Objek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01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week01  •  node week01-pengenalan-oop/index.js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01 • CPMK21.1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1 - Pengenalan Perancangan Berorientasi Objek</dc:title>
  <dc:subject>TI-306 Perancangan Berorientasi Objek</dc:subject>
  <dc:creator>TI UMY</dc:creator>
  <cp:lastModifiedBy>TI UMY</cp:lastModifiedBy>
  <cp:revision>1</cp:revision>
  <dcterms:created xsi:type="dcterms:W3CDTF">2026-07-13T16:42:50Z</dcterms:created>
  <dcterms:modified xsi:type="dcterms:W3CDTF">2026-07-13T16:42:50Z</dcterms:modified>
</cp:coreProperties>
</file>