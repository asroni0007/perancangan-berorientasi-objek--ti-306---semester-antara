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State Machine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State, event, transition, guard, siklus hidup peminjaman</a:t>
            </a:r>
            <a:endParaRPr lang="en-US" sz="1700" dirty="0"/>
          </a:p>
        </p:txBody>
      </p:sp>
      <p:pic>
        <p:nvPicPr>
          <p:cNvPr id="6" name="Image 0" descr="/mnt/data/pbo_slides_50/assets/st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CPMK31.2: State, event, transition, guard, siklus hidup peminjaman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State Machine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State Machine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6/50</a:t>
            </a:r>
            <a:endParaRPr lang="en-US" sz="850" dirty="0"/>
          </a:p>
        </p:txBody>
      </p:sp>
      <p:pic>
        <p:nvPicPr>
          <p:cNvPr id="6" name="Image 0" descr="/mnt/data/pbo_slides_50/assets/st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State Machine Diagram memodelkan siklus hidup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State menggambarkan kondisi stabil suatu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Transition terjadi karena event atau kondisi tertentu.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Guard membatasi kapan transisi boleh terjadi.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Istilah yang dipakai adalah State Machine Diagram sesuai UML 2.5.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State Machine Diagram memodelkan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State Machine Diagram memodelkan siklus hidup objek.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State menggambarkan kondisi stabil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State menggambarkan kondisi stabil suatu objek.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Transition terjadi karena event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Transition terjadi karena event atau kondisi tertentu.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Guard membatasi kapan transisi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Guard membatasi kapan transisi boleh terjadi.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Istilah yang dipakai adalah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Istilah yang dipakai adalah State Machine Diagram sesuai UML 2.5.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week10-state-machine-diagram/index.js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week10-state-machine-diagram/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10 — State Machine Diagram
**Terkait CPMK:** 31.2
## Tujuan
Mendesain state, transition, event, dan guard serta memastikan transisi ilegal
ditolak oleh implementasi.
## Artefak Diagram
- `diagrams/state-peminjaman.mmd`
- `diagrams/state-peminjaman.puml`
Diagram dan kode referensi telah memuat state `DIPERPANJANG` sebagai contoh sinkronisasi model dan implementasi.
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10 — State Machine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StatusPeminjamanTidakValid extends Error {}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#transisiValid =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PENGAJUAN: ["DIPINJAM", "DITOLAK"],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DIPINJAM: ["DIPERPANJANG", "DIKEMBALIKAN", "TERLAMBAT"],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DIPERPANJANG: ["DIKEMBALIKAN", "TERLAMBAT"],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TERLAMBAT: ["DIKEMBALIKAN"],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DIKEMBALIKAN: ["SELESAI"],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DITOLAK: [],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SELESAI: [],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#status = "PENGAJUAN";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judulBuku) {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this.judulBuku = judulBuku;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this.riwayatStatus = ["PENGAJUAN"];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status()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this.#status;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ubahStatus(statusBaru)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diizinkan = Peminjaman.#transisiValid[this.#status] || [];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(!diizinkan.includes(statusBaru))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StatusPeminjamanTidakValid(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`Transisi ${this.#status} -&gt; ${statusBaru} tidak diizinkan. ` +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`Transisi valid: [${diizinkan.join(", ") || "-"}]`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  [TRANSISI] ${this.#status} -&gt; ${statusBaru}`);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stateDiagram-v2
  [*] --&gt; PENGAJUAN
  PENGAJUAN --&gt; DIPINJAM: disetujui
  PENGAJUAN --&gt; DITOLAK: ditolak
  DIPINJAM --&gt; DIPERPANJANG: perpanjang disetujui
  DIPINJAM --&gt; TERLAMBAT: melewati jatuh tempo
  DIPINJAM --&gt; DIKEMBALIKAN: dikembalikan tepat waktu
  DIPERPANJANG --&gt; TERLAMBAT: melewati jatuh tempo baru
  DIPERPANJANG --&gt; DIKEMBALIKAN: dikembalikan
  TERLAMBAT --&gt; DIKEMBALIKAN: buku dikembalikan
  DIKEMBALIKAN --&gt; SELESAI: transaksi ditutup
  DITOLAK --&gt; [*]
  SELESAI --&gt; [*]
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25/50</a:t>
            </a:r>
            <a:endParaRPr lang="en-US" sz="850" dirty="0"/>
          </a:p>
        </p:txBody>
      </p:sp>
      <p:pic>
        <p:nvPicPr>
          <p:cNvPr id="6" name="Image 0" descr="/mnt/data/pbo_slides_50/assets/st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
[*] --&gt; PENGAJUAN
PENGAJUAN --&gt; DIPINJAM : disetujui
PENGAJUAN --&gt; DITOLAK : ditolak
DIPINJAM --&gt; DIPERPANJANG : perpanjang disetujui
DIPINJAM --&gt; TERLAMBAT : melewati jatuh tempo
DIPINJAM --&gt; DIKEMBALIKAN : dikembalikan tepat waktu
DIPERPANJANG --&gt; TERLAMBAT : melewati jatuh tempo baru
DIPERPANJANG --&gt; DIKEMBALIKAN : dikembalikan
TERLAMBAT --&gt; DIKEMBALIKAN : buku dikembalikan
DIKEMBALIKAN --&gt; SELESAI : transaksi ditutup
DITOLAK --&gt; [*]
SELESAI --&gt; [*]
@enduml
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State Machine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State Machine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State Machine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CPMK31.2.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State Machine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10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week10  •  node week10-state-machine-diagram/index.js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10 • CPMK31.2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10 - State Machine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