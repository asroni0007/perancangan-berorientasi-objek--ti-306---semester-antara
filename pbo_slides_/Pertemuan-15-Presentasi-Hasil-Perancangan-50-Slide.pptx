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Presentasi Hasil Perancangan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Integrasi UML, demo, peer review, transparansi penggunaan AI</a:t>
            </a:r>
            <a:endParaRPr lang="en-US" sz="1700" dirty="0"/>
          </a:p>
        </p:txBody>
      </p:sp>
      <p:pic>
        <p:nvPicPr>
          <p:cNvPr id="6" name="Image 0" descr="/mnt/data/pbo_slides_50/assets/present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CPMK31.7: Integrasi UML, demo, peer review, transparansi penggunaan AI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Presentasi Hasil Perancangan.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Presentasi Hasil Perancangan.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6/50</a:t>
            </a:r>
            <a:endParaRPr lang="en-US" sz="850" dirty="0"/>
          </a:p>
        </p:txBody>
      </p:sp>
      <p:pic>
        <p:nvPicPr>
          <p:cNvPr id="6" name="Image 0" descr="/mnt/data/pbo_slides_50/assets/present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Presentasi desain harus menampilkan masalah, model, kode, demo, dan evaluasi.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Peer review membantu menemukan inkonsistensi antar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perlu fokus pada skenario utama dan edge case.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penggunaan AI menjadi bagian dari penilaian.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Masukan reviewer harus ditindaklanjuti.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Presentasi desain harus menampilkan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Presentasi desain harus menampilkan masalah, model, kode, demo, dan evaluasi.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Peer review membantu menemukan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Peer review membantu menemukan inkonsistensi antar diagram.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Demo perlu fokus pada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Demo perlu fokus pada skenario utama dan edge case.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Transparansi penggunaan AI menjadi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Transparansi penggunaan AI menjadi bagian dari penilaian.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Masukan reviewer harus ditindaklanjuti.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Masukan reviewer harus ditindaklanjuti.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week15-presentasi-demo/demo.js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week15-presentasi-demo/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demo.js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15 — Presentasi Hasil Perancangan dan Peer Review
**Terkait CPMK:** 31.7
## Tujuan
Mengintegrasikan model UML, kode, dokumentasi, presentasi, peer review, dan
transparansi penggunaan AI.
## Berkas
- `demo.js` — demo end-to-end.
- `template-presentasi.md` — alur presentasi.
- `formulir-peer-review.md` — lembar umpan balik kelompok.
- `rubrik-presentasi.md` — indikator penilaian.
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15 — Presentasi Hasil Perancangan (Demo End-to-End)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Skrip ini menyatukan seluruh konsep Minggu 1-14 menjadi satu alur demo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utuh: dari pendaftaran anggota sampai notifikasi jatuh tempo, memakai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entitas &amp; pola yang sudah dibangun sepanjang praktikum. Cocok dipakai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sebagai bahan presentasi kelompok (live demo, bukan hanya slide).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EventEmitter } from "node:events";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Entitas inti (ringkasan dari Minggu 2, 6, 12) ---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#tunggakan = 0;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(new.target === Anggota) throw new Error("Gunakan Mahasiswa/Staf.");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tunggakan() { return this.#tunggakan;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 throw new Error("Harus di-override subclass."); }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Mahasiswa extends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nama, nim) { super(id, nama); this.nim = nim;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 return 3;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jumlahEksemplar)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this.jumlahEksemplar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State machine (ringkasan Minggu 10) ---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#transisiValid =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PENGAJUAN: ["DIPINJAM"], DIPINJAM: ["DIKEMBALIKAN"], DIKEMBALIKAN: ["SELESAI"], SELESAI: [],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24/50</a:t>
            </a:r>
            <a:endParaRPr lang="en-US" sz="850" dirty="0"/>
          </a:p>
        </p:txBody>
      </p:sp>
      <p:pic>
        <p:nvPicPr>
          <p:cNvPr id="6" name="Image 0" descr="/mnt/data/pbo_slides_50/assets/present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Presentasi Hasil Perancangan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Presentasi Hasil Perancangan?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Presentasi Hasil Perancangan.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CPMK31.7.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Presentasi Hasil Perancangan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15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week15  •  node week15-presentasi-demo/demo.js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15 • CPMK31.7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15 - Presentasi Hasil Perancangan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