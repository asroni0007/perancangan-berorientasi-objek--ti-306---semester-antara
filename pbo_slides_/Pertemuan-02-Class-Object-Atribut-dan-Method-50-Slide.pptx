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F3D0"/>
                </a:solidFill>
              </a:rPr>
              <a:t>Pertemuan 02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6355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Class, Object, Atribut, dan Method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355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</a:rPr>
              <a:t>Perancangan Berorientasi Objek • TI-306 • Semester Antara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263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Konsep dasar OOP dan spektrum AI Assistant vs AI Agent</a:t>
            </a:r>
            <a:endParaRPr lang="en-US" sz="1700" dirty="0"/>
          </a:p>
        </p:txBody>
      </p:sp>
      <p:pic>
        <p:nvPicPr>
          <p:cNvPr id="6" name="Image 0" descr="/mnt/data/pbo_slides_50/assets/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325880"/>
            <a:ext cx="406908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FDBFE"/>
                </a:solidFill>
              </a:rPr>
              <a:t>Studi kasus: SIPUSTAKA — Sistem Perpustakaan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Pemetaan RPS dan CPMK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CPMK21.2: Konsep dasar OOP dan spektrum AI Assistant vs AI Agent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mengikuti struktur 16 minggu RPS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praktikum terhubung dengan repository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Mahasiswa membuat baseline manual sebelum memakai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Hasil akhir harus memiliki traceability ke requirement.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Capaian Pembelajaran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Menjelaskan konsep inti: Class, Object, Atribut, dan Method.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Menghubungkan konsep dengan 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Membaca atau menjalankan kode Node.js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Membandingkan rancangan manual, draf AI, dan final terverifikasi.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Menyusun catatan evaluasi kritis output AI.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Sesi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Pembukaan dan konteks Class, Object, Atribut, dan Method.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Mini lecture konsep dan notasi.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kode dan diagram-as-code.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Latihan individu/kelompok.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Refleksi, kuis, dan penugasan.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100–170 Menit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15 menit: apersepsi dan pre-test cepat.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konsep inti dan contoh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35 menit: pembacaan diagram/kode.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45 menit: praktik studio/lab.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25 menit: review, refleksi, dan tindak lanjut.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Durasi dapat disesuaikan untuk jadwal Semester Antara.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Visual Materi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6/50</a:t>
            </a:r>
            <a:endParaRPr lang="en-US" sz="850" dirty="0"/>
          </a:p>
        </p:txBody>
      </p:sp>
      <p:pic>
        <p:nvPicPr>
          <p:cNvPr id="6" name="Image 0" descr="/mnt/data/pbo_slides_50/assets/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Preview diagram/proses yang digunakan sebagai pengantar visual.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 Kasus SIPUSTAKA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Sistem perpustakaan digital untuk pencarian dan peminjaman buku.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 utama: anggota dan pustakawan.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Objek utama: Buku, Anggota, Peminjaman, Katalog,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utama: ajukan peminjaman dan validasi ketersediaan.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Skenario ini berkembang dari requirement sampai SDD.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Istilah Kunci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Class adalah cetak biru yang mendefinisikan atribut dan method.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Object adalah instance nyata dari class pada saat program berjalan.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Atribut menyimpan data atau state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Method mendefinisikan perilaku objek.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 Assistant memberi saran, AI Agent dapat mengeksekusi tugas bertahap.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16F5D"/>
                </a:solidFill>
              </a:rPr>
              <a:t>Gunakan istilah ini saat menjelaskan rancangan dan kode.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1: Class adalah cetak biru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Class adalah cetak biru yang mendefinisikan atribut dan method.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2: Object adalah instance nyata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Object adalah instance nyata dari class pada saat program berjalan.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3: Atribut menyimpan data atau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Atribut menyimpan data atau state objek.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4: Method mendefinisikan perilaku objek.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Method mendefinisikan perilaku objek.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5: AI Assistant memberi saran,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35640" cy="4389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43447"/>
                </a:solidFill>
              </a:rPr>
              <a:t>AI Assistant memberi saran, AI Agent dapat mengeksekusi tugas bertahap.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85800" y="5669280"/>
            <a:ext cx="10835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627386"/>
                </a:solidFill>
              </a:rPr>
              <a:t>Catat contoh konkret dari SIPUSTAKA untuk konsep ini.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Pemantik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Masalah apa yang diselesaikan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Aktor/objek apa yang terlibat?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Keputusan desain apa yang paling kritis?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mudah salah jika hanya mengandalkan AI?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Bukti apa yang menunjukkan rancangan sudah konsisten?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Artefak yang Dihasilkan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Catatan konsep dan asumsi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JavaScript yang bisa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output AI bila AI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Refleksi dan checklist mandiri.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Persiapan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https://github.com/asroni0007/Perancangan-Berorientasi-Objek--TI-306---Semester-Antara.git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Perancangan-Berorientasi-Objek--TI-306---Semester-Antara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-v   # pastikan Node.js &gt;= 18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Menjalankan: Pertemuan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terminal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week02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week02-class-object/index.js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check</a:t>
            </a:r>
            <a:endParaRPr lang="en-US" sz="12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repository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week02-class-object/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index.js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(diagram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(PlantUML sesuai kebutuhan)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untuk evaluasi AI dan traceability</a:t>
            </a:r>
            <a:endParaRPr lang="en-US" sz="12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README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19/50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markdown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Minggu 2 — Class, Object, Atribut, Method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**Terkait CPMK:** 21.2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Tujuan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Menjelaskan class, object, atribut, dan method.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Membuat object dari class yang sama dengan state berbeda.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Membedakan AI Assistant dan AI Agent dalam workflow OOP.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Konsep OOP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**Class**: blueprint, misalnya `class Buku`.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**Object**: instance, misalnya `new Buku(...)`.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**Atribut**: state/data milik object.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**Method**: perilaku yang menjaga aturan object.</a:t>
            </a:r>
            <a:endParaRPr lang="en-US" sz="12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JavaScript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Minggu 2 — Konsep Class, Object, Atribut, dan Method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Studi kasus: SIPUSTAKA — mendefinisikan entitas Buku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constructor(isbn, judul, penulis, jumlahEksemplar)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this.isbn = isbn;                         // atribut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this.judul = judul;                       // atribut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this.penulis = penulis;                   // atribut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this.jumlahEksemplar = jumlahEksemplar;    // atribut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= jumlahEksemplar;  // atribut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method: perilaku yang dimiliki setiap object Buku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pinjam()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(this.eksemplarTersedia &lt;= 0)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Error(`Buku "${this.judul}" sedang tidak tersedia.`);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this.eksemplarTersedia -= 1;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Cuplikan Kode Lanjutan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
  }
  kembalikan() {
    if (this.eksemplarTersedia &lt; this.jumlahEksemplar) {
      this.eksemplarTersedia += 1;
    }
  }
  info() {
    return `${this.judul} oleh ${this.penulis} — tersedia ${this.eksemplarTersedia}/${this.jumlahEksemplar}`;
  }
}
// --- Membuat beberapa OBJECT dari CLASS Buku yang sama ---
const buku1 = new Buku("978-1", "Clean Code", "Robert C. Martin", 2);
const buku2 = new Buku("978-2", "Design Patterns", "GoF", 1);
</a:t>
            </a:r>
            <a:endParaRPr lang="en-US" sz="12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Diamati Saat Kode Berjalan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Input, proses, dan output yang muncul di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Class/function/module yang bertanggung jawab.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Relasi kode terhadap diagram atau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Validasi kondisi normal dan kondisi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Perbedaan rancangan ideal dan implementasi sederhana.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Pastikan berada di root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versi Node.js minimal 18.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npm run check untuk mengecek seluruh contoh.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Baca pesan error dari baris paling atas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Uji perubahan kecil sebelum menambah fitur baru.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Pendukung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24/50</a:t>
            </a:r>
            <a:endParaRPr lang="en-US" sz="850" dirty="0"/>
          </a:p>
        </p:txBody>
      </p:sp>
      <p:pic>
        <p:nvPicPr>
          <p:cNvPr id="6" name="Image 0" descr="/mnt/data/pbo_slides_50/assets/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143000"/>
            <a:ext cx="1033272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897880"/>
            <a:ext cx="10652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7386"/>
                </a:solidFill>
              </a:rPr>
              <a:t>Visual proses untuk memperjelas hubungan konsep, kode, dan artefak.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Mermaid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mermaid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flowchart LR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Requirement --&gt; 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UML --&gt; Code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--&gt; Testing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Testing --&gt; Documentation</a:t>
            </a:r>
            <a:endParaRPr lang="en-US" sz="12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PlantUML yang Dapat Dipakai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960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9177"/>
                </a:solidFill>
              </a:rPr>
              <a:t>plantuml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User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rectangle System {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usecase "Fungsi Utama" as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--&gt; UC1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2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 Diagram Perlu Ditambahkan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Ketika konsep memiliki aktor, objek, status, atau deployment.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kode perlu dijelaskan dengan model visual.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mahasiswa perlu membuktikan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ada risiko salah tafsir dari teks saja.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Ketika evaluasi AI membutuhkan bukti koreksi.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75E"/>
                </a:solidFill>
              </a:rPr>
              <a:t>Baseline Manual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1005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6F5D"/>
                </a:solidFill>
              </a:rPr>
              <a:t>Draf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Dibuat sebelum AI.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Berbasis requirement.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Memuat asumsi eksplisit.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Menunjukkan pemahaman pribadi.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Menjadi pembanding utama.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4480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650" dirty="0">
                <a:solidFill>
                  <a:srgbClr val="243447"/>
                </a:solidFill>
              </a:rPr>
              <a:t>Digunakan sebagai alternatif.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Harus dicek notasi dan semantik.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Rawan halusinasi.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Tidak boleh langsung disalin.</a:t>
            </a:r>
            <a:endParaRPr lang="en-US" sz="1650" dirty="0"/>
          </a:p>
          <a:p>
            <a:r>
              <a:rPr lang="en-US" sz="1650" dirty="0">
                <a:solidFill>
                  <a:srgbClr val="243447"/>
                </a:solidFill>
              </a:rPr>
              <a:t>Wajib dilampiri transparansi.</a:t>
            </a:r>
            <a:endParaRPr lang="en-US" sz="1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Prompt Aman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29/50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Buat draf Class, Object, Atribut, dan Method untuk SIPUSTAKA berdasarkan requirement berikut.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Jangan menambahkan fitur yang tidak disebutkan.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setiap asumsi yang dibuat.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notasi UML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alasan desain dan potensi risiko.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Kerangka Evaluasi Output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semantik UML atau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Kelengkapan dan deteksi halusinasi.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ke requirement asli.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Implikasi keamanan dan kualitas desain.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Transparansi alasan menerima/menolak saran AI.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 AI yang Perlu Diwaspadai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AI technical debt: kode/diagram diterima tanpa dipahami.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Prompt injection dari dokumen eksternal.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Kebocoran data atau kode institusi.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Permission creep pada AI Agent.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Skill atrophy karena terlalu bergantung pada AI.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Mini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REQ-01 → use case/aktivitas/class/method terkait.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REQ-02 → skenario berhasil dan gagal.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REQ-03 → validasi, error handling, dan notifikasi.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REQ-04 → deployment atau layanan pendukung.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REQ-05 → pengujian dan 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Kesalahan Umum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Diagram terlihat rapi tetapi tidak sesuai requirement.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Nama class/object tidak konsisten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tidak mencerminkan relasi pada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Asumsi tidak dituliskan.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Tidak ada bukti bahwa hasil AI diverifikasi.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1: Baca Artefak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Buka README pertemuan ini.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perintah npm yang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output penting dari terminal.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Temukan bagian kode yang paling terkait dengan materi.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3 pertanyaan klarifikasi untuk diskusi.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2: Ubah Skenario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Tambahkan satu aturan kecil pada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diagram atau model yang relevan.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Perbarui kode secara minimal.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Jalankan ulang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Catat dampak perubahan terhadap artefak lain.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3: Verifikasi AI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Minta AI membuat draf alternatif.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dengan baseline manual.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Tandai elemen yang salah, hilang, atau berlebihan.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Tulis alasan koreksi.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Simpan versi final terverifikasi.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Repository berhasil dijalankan.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Diagram/kode relevan sudah dibaca.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Baseline manual tersedia.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Draf AI dievaluasi bila digunakan.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Final terverifikasi dan siap dikumpulkan.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Rubrik Ringkas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Ketepatan konsep dan istilah: 25%.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Konsistensi requirement–diagram–kode: 30%.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Kualitas implementasi/praktik: 20%.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Evaluasi kritis AI: 15%.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Kerapian dokumentasi dan refleksi: 10%.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Kuis Cepat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39/50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Apa tujuan utama Class, Object, Atribut, dan Method?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Artefak apa yang paling penting pada pertemuan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contoh kesalahan umum yang harus dihindari?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membuktikan traceability?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Bagaimana cara menjalankan kode pertemuan ini?</a:t>
            </a:r>
            <a:endParaRPr lang="en-US" sz="2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Diskusi Kelompok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40/50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Bagikan peran: analis, perancang diagram, programmer, reviewer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Gunakan satu requirement yang sama.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Bandingkan hasil antar kelompok.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Cari perbedaan asumsi dan dampaknya.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Sepakati perbaikan final.</a:t>
            </a:r>
            <a:endParaRPr lang="en-US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Refleksi Individu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41/50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Konsep apa yang paling mudah dipahami?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Bagian mana yang masih membingungkan?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manfaat diagram untuk memahami kode?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risiko penggunaan AI pada materi ini?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Apa rencana perbaikan sebelum pertemuan berikutnya?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42/50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Selesaikan latihan pada README.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Kumpulkan diagram/kode sesuai format repository.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Lampirkan evaluasi AI bila menggunakan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Pastikan nama file jelas dan konsisten.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Siapkan 1 pertanyaan untuk pertemuan berikutnya.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Kriteria Pengumpulan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43/50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File utama sesuai folder minggu.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 dapat dibuka atau dirender.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Kode berhasil dijalankan tanpa error fatal.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catatan asumsi dan batasan.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Ada transparansi penggunaan AI.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Pertemuan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44/50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Topik: Class, Object, Atribut, dan Method.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CPMK: CPMK21.2.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Fokus: konsep, diagram/kode, dan evaluasi kritis.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Studi kasus: SIPUSTAKA.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Output: artefak final yang konsisten dan terdokumentasi.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Hubungan dengan Pertemuan Lain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45/50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Minggu sebelumnya menyediakan konteks dan artefak awal.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ini memperluas model atau implementasi.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Pertemuan berikutnya menguji konsistensi antar artefak.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Semua artefak menuju dokumen SDD dan presentasi final.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Traceability menjaga kesinambungan seluruh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Dosen Saat Mengajar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46/50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Tampilkan tujuan dan artefak akhir.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Demo cara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Tunjukkan diagram atau template diagram.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Berikan contoh evaluasi AI yang benar.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Akhiri dengan rubrik dan tenggat tugas.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Mahasiswa Sebelum Keluar Kelas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47/50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Saya bisa menjelaskan konsep utama.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bisa menjalankan kode.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artefak yang harus dikumpulkan.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cara mengecek output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Saya tahu hubungan materi ini dengan SDD akhir.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Referensi Praktikum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48/50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README repository praktikum TI-306.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DIAGRAMS.md untuk panduan Mermaid dan PlantUML.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AI-USAGE-POLICY.md untuk aturan penggunaan AI.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Template transparansi, evaluasi output AI, dan traceability.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Dokumentasi resmi Mermaid/PlantUML sesuai kebutuhan.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7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 Tambahan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4008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386"/>
                </a:solidFill>
              </a:rPr>
              <a:t>Class, Object, Atribut, dan Method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561320" y="2834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9177"/>
                </a:solidFill>
              </a:rPr>
              <a:t>TI-306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49/50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31520" y="1143000"/>
            <a:ext cx="10789920" cy="4343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2000" dirty="0">
                <a:solidFill>
                  <a:srgbClr val="243447"/>
                </a:solidFill>
              </a:rPr>
              <a:t>Gunakan slide ini untuk menambahkan contoh lokal dari kelas.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tangkapan layar terminal jika diperlukan.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pertanyaan diskusi dari mahasiswa.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Tambahkan catatan dosen setelah pelaksanaan.</a:t>
            </a:r>
            <a:endParaRPr lang="en-US" sz="2000" dirty="0"/>
          </a:p>
          <a:p>
            <a:r>
              <a:rPr lang="en-US" sz="2000" dirty="0">
                <a:solidFill>
                  <a:srgbClr val="243447"/>
                </a:solidFill>
              </a:rPr>
              <a:t>Pertahankan keterkaitan dengan RPS dan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F3D0"/>
                </a:solidFill>
              </a:rPr>
              <a:t>Penutup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Pertemuan 02 selesai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E0F2FE"/>
                </a:solidFill>
              </a:rPr>
              <a:t>Pelajari konsep secara mandiri, jalankan kode, validasi diagram, dan gunakan AI secara kritis.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npm run week02  •  node week02-class-object/index.js  •  npm run check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6519672"/>
            <a:ext cx="11338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386"/>
                </a:solidFill>
              </a:rPr>
              <a:t>Pertemuan 02 • CPMK21.2 • Slide 50/50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2 - Class, Object, Atribut, dan Method</dc:title>
  <dc:subject>TI-306 Perancangan Berorientasi Objek</dc:subject>
  <dc:creator>TI UMY</dc:creator>
  <cp:lastModifiedBy>TI UMY</cp:lastModifiedBy>
  <cp:revision>1</cp:revision>
  <dcterms:created xsi:type="dcterms:W3CDTF">2026-07-13T16:42:50Z</dcterms:created>
  <dcterms:modified xsi:type="dcterms:W3CDTF">2026-07-13T16:42:50Z</dcterms:modified>
</cp:coreProperties>
</file>