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Analisis Kebutuhan Sistem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Elisitasi kebutuhan, user story, requirement, traceability</a:t>
            </a:r>
            <a:endParaRPr lang="en-US" sz="1700" dirty="0"/>
          </a:p>
        </p:txBody>
      </p:sp>
      <p:pic>
        <p:nvPicPr>
          <p:cNvPr id="6" name="Image 0" descr="/mnt/data/pbo_slides_50/assets/requir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CPMK21.3: Elisitasi kebutuhan, user story, requirement, traceability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Analisis Kebutuhan Sistem.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Analisis Kebutuhan Sistem.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6/50</a:t>
            </a:r>
            <a:endParaRPr lang="en-US" sz="850" dirty="0"/>
          </a:p>
        </p:txBody>
      </p:sp>
      <p:pic>
        <p:nvPicPr>
          <p:cNvPr id="6" name="Image 0" descr="/mnt/data/pbo_slides_50/assets/requir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Requirement menjelaskan kebutuhan pengguna dan batasan sistem.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User story menghubungkan aktor, tujuan, dan nilai bisnis.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Acceptance criteria menjadi dasar validasi 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agar diagram tidak lepas dari kebutuhan.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 dapat dipakai untuk alternatif user story, bukan untuk mengganti wawancara.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Requirement menjelaskan kebutuhan pengguna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Requirement menjelaskan kebutuhan pengguna dan batasan sistem.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User story menghubungkan aktor,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User story menghubungkan aktor, tujuan, dan nilai bisnis.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Acceptance criteria menjadi dasar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Acceptance criteria menjadi dasar validasi rancangan.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Traceability menjaga agar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Traceability menjaga agar diagram tidak lepas dari kebutuhan.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AI dapat dipakai untuk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 dapat dipakai untuk alternatif user story, bukan untuk mengganti wawancara.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week03-analisis-kebutuhan/index.js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week03-analisis-kebutuhan/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3 — Analisis Kebutuhan Sistem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21.3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Berlatih menerjemahkan kebutuhan pengguna (requirement) menjadi user story,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lalu mengidentifikasi entitas/class awal dari kebutuhan tersebut.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Konsep Kunci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Elisitasi kebutuhan (fungsional vs non-fungsional)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Format user story: *Sebagai [peran], saya ingin [aksi], agar [tujuan]*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Elisitasi kebutuhan berbantuan AI: coba minta AI assistant membuatkan draf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story dari deskripsi kasus singkat, lalu **bandingkan** dengan versi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manualmu — apakah ada kebutuhan yang terlewat atau dikarang AI (halusinasi)?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3 — Dari Analisis Kebutuhan ke Skeleton Class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Lihat requirements.md untuk daftar kebutuhan &amp; user story lengkap.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 tahap ini kita BELUM mengimplementasikan logika — tujuannya adalah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menerjemahkan entitas yang teridentifikasi dari kebutuhan menjadi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"kerangka" class (constructor + nama method saja). Implementasi penuh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menyusul di Minggu 4-7 seiring pemodelan UML.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penulis,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this.penulis = penulis;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email)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this.email = email;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TODO (Minggu 4): implementasikan setelah Use Case Diagram selesai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cariBuku(kataKunci)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Error("Belum diimplementasikan — lihat Minggu 4");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constructor(buku, anggota, tanggalPinjam)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this.buku = 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this.anggota = anggota;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this.tanggalPinjam = tanggalPinjam;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"PENGAJUAN"; // akan menjadi state machine di Minggu 10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24/50</a:t>
            </a:r>
            <a:endParaRPr lang="en-US" sz="850" dirty="0"/>
          </a:p>
        </p:txBody>
      </p:sp>
      <p:pic>
        <p:nvPicPr>
          <p:cNvPr id="6" name="Image 0" descr="/mnt/data/pbo_slides_50/assets/requir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Analisis Kebutuhan Sistem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Analisis Kebutuhan Sistem?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Analisis Kebutuhan Sistem.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CPMK21.3.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Analisis Kebutuhan Sistem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03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week03  •  node week03-analisis-kebutuhan/index.js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03 • CPMK21.3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3 - Analisis Kebutuhan Sistem</dc:title>
  <dc:subject>TI-306 Perancangan Berorientasi Objek</dc:subject>
  <dc:creator>TI UMY</dc:creator>
  <cp:lastModifiedBy>TI UMY</cp:lastModifiedBy>
  <cp:revision>1</cp:revision>
  <dcterms:created xsi:type="dcterms:W3CDTF">2026-07-13T16:42:50Z</dcterms:created>
  <dcterms:modified xsi:type="dcterms:W3CDTF">2026-07-13T16:42:50Z</dcterms:modified>
</cp:coreProperties>
</file>