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UTS: Pengukuran CPMK21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Evaluasi mandiri Minggu 1–7 tanpa bantuan AI</a:t>
            </a:r>
            <a:endParaRPr lang="en-US" sz="1700" dirty="0"/>
          </a:p>
        </p:txBody>
      </p:sp>
      <p:pic>
        <p:nvPicPr>
          <p:cNvPr id="6" name="Image 0" descr="/mnt/data/pbo_slides_50/assets/assess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CPMK21.8: Evaluasi mandiri Minggu 1–7 tanpa bantuan AI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UTS: Pengukuran CPMK21.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UTS: Pengukuran CPMK21.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6/50</a:t>
            </a:r>
            <a:endParaRPr lang="en-US" sz="850" dirty="0"/>
          </a:p>
        </p:txBody>
      </p:sp>
      <p:pic>
        <p:nvPicPr>
          <p:cNvPr id="6" name="Image 0" descr="/mnt/data/pbo_slides_50/assets/assess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UTS mengukur CPMK21 dari Minggu 1 sampai 7.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 penilaian: analisis, pemodelan, konsistensi, dan justifikasi.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perlu menuliskan asumsi rancangan secara eksplisit.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istilah UML yang tepat.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menggunakan AI kecuali dosen menyatakan sebaliknya.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UTS mengukur CPMK21 dari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UTS mengukur CPMK21 dari Minggu 1 sampai 7.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Fokus penilaian: analisis, pemodelan,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Fokus penilaian: analisis, pemodelan, konsistensi, dan justifikasi.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Mahasiswa perlu menuliskan asumsi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Mahasiswa perlu menuliskan asumsi rancangan secara eksplisit.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Gunakan istilah UML yang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Gunakan istilah UML yang tepat.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Tidak menggunakan AI kecuali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Tidak menggunakan AI kecuali dosen menyatakan sebaliknya.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week08-uts-latihan/index.js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week08-uts-latihan/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8 — UTS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**Catatan penting:** folder ini berisi **latihan mandiri** untuk persiapan,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menggabungkan konsep Minggu 1–7. Soal UTS yang sesungguhnya ditentukan dan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diberikan langsung oleh dosen pengampu — bukan file ini.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Mengukur pemahaman gabungan Minggu 1–7 sebelum UTS: paradigma OOP, class,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object, use case, activity, class diagram, dan sequence diagram.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Cara Menjalankan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```bash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Soal Latihan Mandiri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8 — UTS (Latihan Mandiri, BUKAN soal ujian resmi)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ini menggabungkan konsep Minggu 1-7 dalam satu studi kasus mini untuk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latihan menjelang UTS. Soal ujian sesungguhnya ditentukan oleh dosen.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Kelas inti hasil Minggu 2 &amp; 6 ---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kategori,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this.kategori = kategori;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tunggakan = 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this.tunggakan = tunggakan;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buku, anggota)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this.buku = buku;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this.anggota = anggota;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"DIPINJAM";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Fasad hasil Minggu 4, dengan alur keputusan hasil Minggu 5 ---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SistemPerpustakaan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 = [];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#anggota = [];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24/50</a:t>
            </a:r>
            <a:endParaRPr lang="en-US" sz="850" dirty="0"/>
          </a:p>
        </p:txBody>
      </p:sp>
      <p:pic>
        <p:nvPicPr>
          <p:cNvPr id="6" name="Image 0" descr="/mnt/data/pbo_slides_50/assets/assess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UTS: Pengukuran CPMK21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UTS: Pengukuran CPMK21?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UTS: Pengukuran CPMK21.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UTS: Pengukuran CPMK21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08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week08  •  node week08-uts-latihan/index.js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08 • CPMK21.8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8 - UTS: Pengukuran CPMK21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