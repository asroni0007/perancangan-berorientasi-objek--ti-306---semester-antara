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UAS: Studi Kasus Komprehensif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Evaluasi CPMK31; desain terintegrasi dan implementasi akhir</a:t>
            </a:r>
            <a:endParaRPr lang="en-US" sz="1700" dirty="0"/>
          </a:p>
        </p:txBody>
      </p:sp>
      <p:pic>
        <p:nvPicPr>
          <p:cNvPr id="6" name="Image 0" descr="/mnt/data/pbo_slides_50/assets/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CPMK31.8: Evaluasi CPMK31; desain terintegrasi dan implementasi akhir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UAS: Studi Kasus Komprehensif.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UAS: Studi Kasus Komprehensif.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6/50</a:t>
            </a:r>
            <a:endParaRPr lang="en-US" sz="850" dirty="0"/>
          </a:p>
        </p:txBody>
      </p:sp>
      <p:pic>
        <p:nvPicPr>
          <p:cNvPr id="6" name="Image 0" descr="/mnt/data/pbo_slides_50/assets/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UAS mengukur CPMK31 secara komprehensif.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diminta membuat rancangan dan implementasi yang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 evaluasi: logika, sistematika, inovasi, dan tanggung jawab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dan kode harus saling mendukung.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menggunakan AI kecuali dosen menetapkan kebijakan lain.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UAS mengukur CPMK31 secara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UAS mengukur CPMK31 secara komprehensif.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Mahasiswa diminta membuat rancangan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Mahasiswa diminta membuat rancangan dan implementasi yang konsisten.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Fokus evaluasi: logika, sistematika,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Fokus evaluasi: logika, sistematika, inovasi, dan tanggung jawab desain.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Diagram dan kode harus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Diagram dan kode harus saling mendukung.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Tidak menggunakan AI kecuali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Tidak menggunakan AI kecuali dosen menetapkan kebijakan lain.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week16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week16-uas-studi-kasus/index.js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week16-uas-studi-kasus/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16 — UAS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**Catatan penting:** folder ini berisi **latihan mandiri** untuk persiapan,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menggabungkan konsep Minggu 9–15. Soal UAS yang sesungguhnya ditentukan dan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diberikan langsung oleh dosen pengampu — bukan file ini.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Mengukur pemahaman gabungan Minggu 9–15 sebelum UAS: communication style,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machine, prinsip OOP, design pattern, dan integrasi end-to-end.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```bash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Soal Latihan Mandiri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16 — UAS (Latihan Mandiri, BUKAN soal ujian resmi)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Menggabungkan konsep Minggu 9-15: communication style, state machine,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prinsip OOP, design pattern, dan integrasi end-to-end.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#tunggakan = 0;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(new.target === Anggota) throw new Error("Gunakan Mahasiswa/Staf.");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tunggakan() { return this.#tunggakan;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tambahTunggakan(jumlah) { this.#tunggakan += jumlah;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throw new Error("Harus di-override subclass.");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extends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nim) { super(id, nama); this.nim = nim;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return 3; }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Staf extends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nama, nip) { super(id, nama); this.nip = nip;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return 10;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 machine (Minggu 10)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#transisiValid =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PENGAJUAN: ["DIPINJAM", "DITOLAK"],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24/50</a:t>
            </a:r>
            <a:endParaRPr lang="en-US" sz="850" dirty="0"/>
          </a:p>
        </p:txBody>
      </p:sp>
      <p:pic>
        <p:nvPicPr>
          <p:cNvPr id="6" name="Image 0" descr="/mnt/data/pbo_slides_50/assets/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UAS: Studi Kasus Komprehensif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UAS: Studi Kasus Komprehensif?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UAS: Studi Kasus Komprehensif.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UAS: Studi Kasus Komprehensif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16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week16  •  node week16-uas-studi-kasus/index.js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16 • CPMK31.8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16 - UAS: Studi Kasus Komprehensif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