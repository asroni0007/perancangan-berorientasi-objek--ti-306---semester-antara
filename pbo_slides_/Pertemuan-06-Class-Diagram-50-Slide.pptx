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Class, atribut, method, relasi, multiplicity, prompt engineering</a:t>
            </a:r>
            <a:endParaRPr lang="en-US" sz="1700" dirty="0"/>
          </a:p>
        </p:txBody>
      </p:sp>
      <p:pic>
        <p:nvPicPr>
          <p:cNvPr id="6" name="Image 0" descr="/mnt/data/pbo_slides_50/assets/cl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CPMK21.6: Class, atribut, method, relasi, multiplicity, prompt engineering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Class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Class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6/50</a:t>
            </a:r>
            <a:endParaRPr lang="en-US" sz="850" dirty="0"/>
          </a:p>
        </p:txBody>
      </p:sp>
      <p:pic>
        <p:nvPicPr>
          <p:cNvPr id="6" name="Image 0" descr="/mnt/data/pbo_slides_50/assets/cl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Class Diagram adalah tulang punggung desain struktural.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asosiasi, agregasi, komposisi, dan generalisasi harus dibedakan.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Multiplicity menjelaskan jumlah objek yang terlibat dalam relasi.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Method sebaiknya lahir dari tanggung jawab class, bukan sekadar daftar fungsi.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engineering membantu eksplorasi, tetapi hasilnya harus dikoreksi.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Class Diagram adalah tulang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Class Diagram adalah tulang punggung desain struktural.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Relasi asosiasi, agregasi, komposisi,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Relasi asosiasi, agregasi, komposisi, dan generalisasi harus dibedakan.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Multiplicity menjelaskan jumlah objek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Multiplicity menjelaskan jumlah objek yang terlibat dalam relasi.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Method sebaiknya lahir dari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Method sebaiknya lahir dari tanggung jawab class, bukan sekadar daftar fungsi.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Prompt engineering membantu eksplorasi,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Prompt engineering membantu eksplorasi, tetapi hasilnya harus dikoreksi.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week06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week06-class-diagram/index.js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week06-class-diagram/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6 — Class Diagram
**Terkait CPMK:** 21.6
## Tujuan
Mendesain struktur class, atribut, operasi, relasi, dan multiplicity serta
melatih prompt engineering untuk menghasilkan draf Class Diagram.
## Artefak Diagram
- `diagrams/class-sipustaka.mmd`
- `diagrams/class-sipustaka.puml`
## Konsep Kunci
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6 — Dari Class Diagram ke Kode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Diagram SIPUSTAKA (versi ringkas):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Perpustakaan "1" o-- "*" Buku        (agregasi: Perpustakaan menampung banyak Buku)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Perpustakaan "1" o-- "*" Anggota     (agregasi: Perpustakaan menampung banyak Anggota)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Peminjaman "*" --&gt; "1" Buku          (asosiasi: tiap Peminjaman merujuk satu Buku)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Peminjaman "*" --&gt; "1" Anggota       (asosiasi: tiap Peminjaman merujuk satu Anggota)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Latihan prompt engineering (lihat README): coba minta AI membangkitkan Class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Diagram dari deskripsi ini, lalu bandingkan hasilnya dengan struktur kode berikut.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kategori,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this.kategori = kategori;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email)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this.email = email;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buku, anggota, tanggalPinjam)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this.buku = buku;       // asosiasi -&gt; Buku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this.anggota = anggota; // asosiasi -&gt; Anggota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this.tanggalPinjam = tanggalPinjam;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"DIPINJAM";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classDiagram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+String isbn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+String judul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+String kategori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+Number jumlahEksemplar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+Number eksemplarTersedia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+Number id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+String nama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+String email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+Number id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+Date tanggalPinjam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+String status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Perpustakaan {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25/50</a:t>
            </a:r>
            <a:endParaRPr lang="en-US" sz="850" dirty="0"/>
          </a:p>
        </p:txBody>
      </p:sp>
      <p:pic>
        <p:nvPicPr>
          <p:cNvPr id="6" name="Image 0" descr="/mnt/data/pbo_slides_50/assets/cl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 circle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skinparam classAttributeIconSize 0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+isbn: String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+judul: String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+kategori: String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+jumlahEksemplar: Number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+eksemplarTersedia: Number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+id: Number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+nama: String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+email: String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+id: Number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+tanggalPinjam: Date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+status: String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Class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Class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Class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06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week06  •  node week06-class-diagram/index.js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06 • CPMK21.6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6 - Class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