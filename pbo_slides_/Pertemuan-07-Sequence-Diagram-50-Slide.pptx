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F3D0"/>
                </a:solidFill>
              </a:rPr>
              <a:t>Pertemuan 07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6355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Sequence Diagram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F2FE"/>
                </a:solidFill>
              </a:rPr>
              <a:t>Perancangan Berorientasi Objek • TI-306 • Semester Antara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Lifeline, message, activation, alt, audit konsistensi</a:t>
            </a:r>
            <a:endParaRPr lang="en-US" sz="1700" dirty="0"/>
          </a:p>
        </p:txBody>
      </p:sp>
      <p:pic>
        <p:nvPicPr>
          <p:cNvPr id="6" name="Image 0" descr="/mnt/data/pbo_slides_50/assets/seque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52360" y="1325880"/>
            <a:ext cx="406908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FDBFE"/>
                </a:solidFill>
              </a:rPr>
              <a:t>Studi kasus: SIPUSTAKA — Sistem Perpustakaan Digital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Pemetaan RPS dan CPMK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CPMK21.7: Lifeline, message, activation, alt, audit konsistensi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mengikuti struktur 16 minggu RPS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praktikum terhubung dengan repository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Mahasiswa membuat baseline manual sebelum memakai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Hasil akhir harus memiliki traceability ke requirement.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Capaian Pembelajaran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Menjelaskan konsep inti: Sequence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Menghubungkan konsep dengan 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Membaca atau menjalankan kode Node.js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Membandingkan rancangan manual, draf AI, dan final terverifikasi.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Menyusun catatan evaluasi kritis output AI.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Sesi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Pembukaan dan konteks Sequence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Mini lecture konsep dan notasi.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kode dan diagram-as-code.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Latihan individu/kelompok.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Refleksi, kuis, dan penugasan.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100–170 Menit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15 menit: apersepsi dan pre-test cepat.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konsep inti dan contoh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pembacaan diagram/kode.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45 menit: praktik studio/lab.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25 menit: review, refleksi, dan tindak lanjut.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Durasi dapat disesuaikan untuk jadwal Semester Antara.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Visual Materi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6/50</a:t>
            </a:r>
            <a:endParaRPr lang="en-US" sz="850" dirty="0"/>
          </a:p>
        </p:txBody>
      </p:sp>
      <p:pic>
        <p:nvPicPr>
          <p:cNvPr id="6" name="Image 0" descr="/mnt/data/pbo_slides_50/assets/seque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Preview diagram/proses yang digunakan sebagai pengantar visual.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 Kasus SIPUSTAKA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Sistem perpustakaan digital untuk pencarian dan peminjaman buku.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 utama: anggota dan pustakawan.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Objek utama: Buku, Anggota, Peminjaman, Katalog,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utama: ajukan peminjaman dan validasi ketersediaan.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ini berkembang dari requirement sampai SDD.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Istilah Kunci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Sequence Diagram menunjukkan urutan pesan antar objek.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Lifeline mewakili peserta yang berinteraksi.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Activation menunjukkan periode objek sedang memproses pesan.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Alt fragment memodelkan percabangan skenario.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Sequence Diagram harus konsisten dengan Use Case dan Class Diagram.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Gunakan istilah ini saat menjelaskan rancangan dan kode.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1: Sequence Diagram menunjukkan urutan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Sequence Diagram menunjukkan urutan pesan antar objek.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2: Lifeline mewakili peserta yang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10/50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Lifeline mewakili peserta yang berinteraksi.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3: Activation menunjukkan periode objek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11/50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Activation menunjukkan periode objek sedang memproses pesan.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4: Alt fragment memodelkan percabangan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12/50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Alt fragment memodelkan percabangan skenario.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5: Sequence Diagram harus konsisten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13/50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Sequence Diagram harus konsisten dengan Use Case dan Class Diagram.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Pemantik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14/50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Masalah apa yang diselesaikan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Aktor/objek apa yang terlibat?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Keputusan desain apa yang paling kritis?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mudah salah jika hanya mengandalkan AI?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Bukti apa yang menunjukkan rancangan sudah konsisten?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Artefak yang Dihasilkan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15/50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Catatan konsep dan asumsi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JavaScript yang bisa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output AI bila AI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 dan checklist mandiri.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Persiapan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16/50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https://github.com/asroni0007/Perancangan-Berorientasi-Objek--TI-306---Semester-Antara.git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Perancangan-Berorientasi-Objek--TI-306---Semester-Antara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   # pastikan Node.js &gt;= 18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Pertemuan 7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17/50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week07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week07-sequence-diagram/index.js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Folder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18/50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repository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week07-sequence-diagram/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diagrams/*.mmd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diagrams/*.puml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 untuk evaluasi AI dan traceability</a:t>
            </a:r>
            <a:endParaRPr lang="en-US" sz="12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README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19/50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markdown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Minggu 7 — Sequence Diagram
**Terkait CPMK:** 21.7
## Tujuan
Mendesain urutan pesan antar lifeline dan mengaudit kesesuaiannya dengan Use
Case Diagram, Class Diagram, serta urutan pemanggilan kode.
## Artefak Diagram
- `diagrams/sequence-ajukan-peminjaman.mmd`
- `diagrams/sequence-ajukan-peminjaman.puml`
## Cara Menjalankan
</a:t>
            </a:r>
            <a:endParaRPr lang="en-US" sz="12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JavaScript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20/50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Minggu 7 — Dari Sequence Diagram ke Kode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Nomor log diselaraskan dengan diagram sequence referensi.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Katalog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#buku = new Map();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tambah(buku)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this.#buku.set(buku.isbn, buku);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cekKetersediaan(isbn)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console.log(`4: Katalog --&gt; SistemPerpustakaan: status ketersediaan (${isbn})`);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buku = this.#buku.get(isbn);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Boolean(buku &amp;&amp; buku.eksemplarTersedia &gt; 0);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kurangiStok(isbn)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buku = this.#buku.get(isbn);</a:t>
            </a:r>
            <a:endParaRPr lang="en-US" sz="12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Lanjutan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21/50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buku.eksemplarTersedia -= 1;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console.log(`6: Katalog --&gt; SistemPerpustakaan: stok diperbarui (${buku.eksemplarTersedia})`);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cari(isbn)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this.#buku.get(isbn);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LayananNotifikasi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kirimKonfirmasi(anggota, buku)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console.log(`8: LayananNotifikasi --&gt; Anggota: peminjaman "${buku.judul}" berhasil`);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 tujuan: anggota.nama, terkirim: true };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SistemPerpustakaan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#katalog = new Katalog();</a:t>
            </a:r>
            <a:endParaRPr lang="en-US" sz="12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Diamati Saat Kode Berjalan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22/50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Input, proses, dan output yang muncul di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Class/function/module yang bertanggung jawab.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Relasi kode terhadap diagram atau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Validasi kondisi normal dan kondisi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Perbedaan rancangan ideal dan implementasi sederhana.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23/50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Pastikan berada di root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versi Node.js minimal 18.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npm run check untuk mengecek seluruh contoh.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Baca pesan error dari baris paling atas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Uji perubahan kecil sebelum menambah fitur baru.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Mermaid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24/50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mermaid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sequenceDiagram
  actor A as Anggota
  participant S as SistemPerpustakaan
  participant K as Katalog
  participant N as LayananNotifikasi
  A-&gt;&gt;S: 1. ajukanPeminjaman(isbn)
  S-&gt;&gt;S: 2. validasi anggota
  S-&gt;&gt;K: 3. cekKetersediaan(isbn)
  K--&gt;&gt;S: 4. status ketersediaan
  alt buku tersedia
    S-&gt;&gt;K: 5. kurangiStok(isbn)
    K--&gt;&gt;S: 6. stok diperbarui
    S-&gt;&gt;N: 7. kirimKonfirmasi(anggota, buku)
    N--&gt;&gt;A: 8. notifikasi berhasil
    S--&gt;&gt;A: 9. data peminjaman
  else buku tidak tersedia
    S--&gt;&gt;A: 5a. penolakan peminjaman
  end
</a:t>
            </a:r>
            <a:endParaRPr lang="en-US" sz="12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Diagram dari Mermaid/PlantUML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25/50</a:t>
            </a:r>
            <a:endParaRPr lang="en-US" sz="850" dirty="0"/>
          </a:p>
        </p:txBody>
      </p:sp>
      <p:pic>
        <p:nvPicPr>
          <p:cNvPr id="6" name="Image 0" descr="/mnt/data/pbo_slides_50/assets/seque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Gambar preview membantu membaca struktur sebelum mahasiswa merender ulang file .mmd/.puml.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PlantUML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26/50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plantuml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@startuml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 Anggota as 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participant SistemPerpustakaan as 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participant Katalog as K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participant LayananNotifikasi as N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-&gt; S : 1. ajukanPeminjaman(isbn)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activate 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-&gt; S : 2. validasi anggota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-&gt; K : 3. cekKetersediaan(isbn)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activate K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--&gt; S : 4. status ketersediaan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deactivate K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 buku tersedia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 -&gt; K : 5. kurangiStok(isbn)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activate K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 --&gt; S : 6. stok diperbarui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deactivate K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 -&gt; N : 7. kirimKonfirmasi(anggota, buku)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activate 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 --&gt; A : 8. notifikasi berhasil</a:t>
            </a:r>
            <a:endParaRPr lang="en-US" sz="12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Merender Diagram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27/50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Mermaid: buka file .mmd di GitHub atau mermaid.live.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PlantUML: buka file .puml dengan plugin VS Code/IntelliJ atau PlantUML server.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Simpan hasil render sebagai PNG/SVG untuk laporan.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diagram final dengan baseline manual.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Lampirkan catatan koreksi terhadap draf AI.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vs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28/50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75E"/>
                </a:solidFill>
              </a:rPr>
              <a:t>Baseline Manual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6F5D"/>
                </a:solidFill>
              </a:rPr>
              <a:t>Draf 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Dibuat sebelum AI.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Berbasis requirement.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Memuat asumsi eksplisit.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Menunjukkan pemahaman pribadi.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Menjadi pembanding utama.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35508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Digunakan sebagai alternatif.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Harus dicek notasi dan semantik.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Rawan halusinasi.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Tidak boleh langsung disalin.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Wajib dilampiri transparansi.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Prompt Aman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29/50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Buat draf Sequence Diagram untuk SIPUSTAKA berdasarkan requirement berikut.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Jangan menambahkan fitur yang tidak disebutkan.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setiap asumsi yang dibuat.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notasi UML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alasan desain dan potensi risiko.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Kerangka Evaluasi Output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30/50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semantik UML atau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Kelengkapan dan deteksi halusinasi.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ke requirement asli.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Implikasi keamanan dan kualitas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Transparansi alasan menerima/menolak saran AI.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AI yang Perlu Diwaspadai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31/50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AI technical debt: kode/diagram diterima tanpa dipahami.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Prompt injection dari dokumen eksternal.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Kebocoran data atau kode institusi.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Permission creep pada AI Agent.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Skill atrophy karena terlalu bergantung pada AI.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Mini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32/50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REQ-01 → use case/aktivitas/class/method terkait.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REQ-02 → skenario berhasil dan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REQ-03 → validasi, error handling, dan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REQ-04 → deployment atau layanan pendukung.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REQ-05 → pengujian dan 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Kesalahan Umum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33/50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Diagram terlihat rapi tetapi tidak sesuai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Nama class/object tidak konsisten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tidak mencerminkan relasi pada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Asumsi tidak dituliskan.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Tidak ada bukti bahwa hasil AI diverifikasi.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1: Baca Artefak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34/50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Buka README pertemuan ini.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perintah npm yang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output penting dari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Temukan bagian kode yang paling terkait dengan materi.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3 pertanyaan klarifikasi untuk diskusi.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2: Ubah Skenario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35/50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Tambahkan satu aturan kecil pada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kode secara minimal.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ulang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dampak perubahan terhadap artefak lain.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3: Verifikasi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36/50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Minta AI membuat draf alternatif.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dengan baseline manual.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elemen yang salah, hilang, atau berlebihan.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alasan koreksi.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Simpan versi final terverifikasi.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37/50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Repository berhasil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Diagram/kode relevan sudah dibaca.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Baseline manual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Draf AI dievaluasi bila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Final terverifikasi dan siap dikumpulkan.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Rubrik Ringkas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38/50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konsep dan istilah: 25%.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Konsistensi requirement–diagram–kode: 30%.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Kualitas implementasi/praktik: 20%.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kritis AI: 15%.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Kerapian dokumentasi dan refleksi: 10%.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Kuis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39/50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Apa tujuan utama Sequence Diagram?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apa yang paling penting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contoh kesalahan umum yang harus dihindari?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membuktikan traceability?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cara menjalankan kode pertemuan ini?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Diskusi Kelompok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40/50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Bagikan peran: analis, perancang diagram, programmer, reviewer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satu requirement yang sama.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hasil antar 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Cari perbedaan asumsi dan dampaknya.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Sepakati perbaikan final.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Refleksi Individu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41/50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Konsep apa yang paling mudah dipahami?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masih membingungkan?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manfaat diagram untuk memahami kode?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risiko penggunaan AI pada materi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rencana perbaikan sebelum pertemuan berikutnya?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Penugasan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42/50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Selesaikan latihan pada README.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Kumpulkan diagram/kode sesuai format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Lampirkan evaluasi AI bila menggunakan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nama file jelas dan konsisten.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Siapkan 1 pertanyaan untuk pertemuan berikutnya.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Kriteria Pengumpulan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43/50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File utama sesuai folder minggu.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dapat dibuka atau dirender.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berhasil dijalankan tanpa error fatal.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catatan asumsi dan batasan.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transparansi penggunaan AI.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44/50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Topik: Sequence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CPMK: CPMK21.7.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Fokus: konsep, diagram/kode, dan evaluasi kritis.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kasus: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Output: artefak final yang konsisten dan terdokumentasi.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Hubungan dengan Pertemuan Lain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45/50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Minggu sebelumnya menyediakan konteks dan artefak awal.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ini memperluas model atau implementasi.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berikutnya menguji konsistensi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Semua artefak menuju dokumen SDD dan presentasi final.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menjaga kesinambungan seluruh semester.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Dosen Saat Mengajar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46/50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Tampilkan tujuan dan artefak akhir.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cara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Tunjukkan diagram atau template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contoh evaluasi AI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Akhiri dengan rubrik dan tenggat tugas.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Mahasiswa Sebelum Keluar Kelas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47/50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Saya bisa menjelaskan konsep utama.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bisa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artefak yang harus dikumpulkan.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cara mengecek output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hubungan materi ini dengan SDD akhir.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Referensi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48/50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README repository praktikum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DIAGRAMS.md untuk panduan Mermaid dan PlantUML.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AI-USAGE-POLICY.md untuk aturan penggunaan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Template transparansi, evaluasi output AI, dan traceability.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Dokumentasi resmi Mermaid/PlantUML sesuai kebutuhan.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 Tambahan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Sequence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49/50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Gunakan slide ini untuk menambahkan contoh lokal dari kelas.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tangkapan layar terminal jika diperlukan.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pertanyaan diskusi dari mahasiswa.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catatan dosen setelah pelaksanaan.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Pertahankan keterkaitan dengan RPS dan repository.</a:t>
            </a:r>
            <a:endParaRPr lang="en-US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F3D0"/>
                </a:solidFill>
              </a:rPr>
              <a:t>Penutup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Pertemuan 07 selesai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E0F2FE"/>
                </a:solidFill>
              </a:rPr>
              <a:t>Pelajari konsep secara mandiri, jalankan kode, validasi diagram, dan gunakan AI secara kritis.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npm run week07  •  node week07-sequence-diagram/index.js  •  npm run check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07 • CPMK21.7 • Slide 50/50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Program Studi Teknologi Informasi UMY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7 - Sequence Diagram</dc:title>
  <dc:subject>TI-306 Perancangan Berorientasi Objek</dc:subject>
  <dc:creator>TI UMY</dc:creator>
  <cp:lastModifiedBy>TI UMY</cp:lastModifiedBy>
  <cp:revision>1</cp:revision>
  <dcterms:created xsi:type="dcterms:W3CDTF">2026-07-13T16:42:51Z</dcterms:created>
  <dcterms:modified xsi:type="dcterms:W3CDTF">2026-07-13T16:42:51Z</dcterms:modified>
</cp:coreProperties>
</file>